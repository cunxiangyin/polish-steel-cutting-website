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9" r:id="rId3"/>
    <p:sldId id="278" r:id="rId4"/>
    <p:sldId id="270" r:id="rId5"/>
    <p:sldId id="273" r:id="rId6"/>
    <p:sldId id="274" r:id="rId7"/>
    <p:sldId id="272" r:id="rId8"/>
    <p:sldId id="275" r:id="rId9"/>
    <p:sldId id="271" r:id="rId10"/>
    <p:sldId id="276" r:id="rId11"/>
    <p:sldId id="277" r:id="rId12"/>
    <p:sldId id="264" r:id="rId13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3F3F3F"/>
    <a:srgbClr val="014067"/>
    <a:srgbClr val="014E7D"/>
    <a:srgbClr val="013657"/>
    <a:srgbClr val="01456F"/>
    <a:srgbClr val="014B79"/>
    <a:srgbClr val="0937C9"/>
    <a:srgbClr val="002774"/>
    <a:srgbClr val="929A4A"/>
    <a:srgbClr val="EAB2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20010" autoAdjust="0"/>
    <p:restoredTop sz="94674" autoAdjust="0"/>
  </p:normalViewPr>
  <p:slideViewPr>
    <p:cSldViewPr snapToGrid="0" showGuides="1">
      <p:cViewPr varScale="1">
        <p:scale>
          <a:sx n="114" d="100"/>
          <a:sy n="114" d="100"/>
        </p:scale>
        <p:origin x="-228" y="-96"/>
      </p:cViewPr>
      <p:guideLst>
        <p:guide orient="horz" pos="2160"/>
        <p:guide pos="3840"/>
        <p:guide pos="5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7" d="100"/>
          <a:sy n="87" d="100"/>
        </p:scale>
        <p:origin x="3840" y="96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xmlns="" id="{E8BEDA40-91A9-49DC-B402-0EBE674AAE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E8CBB508-5589-42E7-A433-D119AC0FFB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53E8519-8B71-41D9-9C83-05C7E2DF7BBE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pPr rtl="0"/>
              <a:t>2025-09-24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E9232ABA-B33A-4B3B-8412-C1773FBF3D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BAB1832E-3B48-42CB-80A7-CD8E48D52D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F1072A3-100F-40A9-915F-8D2D9E6962D8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pPr rtl="0"/>
              <a:t>‹#›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135371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9F943E1-D8C2-4C4E-A352-769DCC61DF36}" type="datetime1">
              <a:rPr lang="zh-CN" altLang="en-US" smtClean="0"/>
              <a:pPr/>
              <a:t>2025-09-24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79230CFA-805A-4FD3-B3A0-DAAA5993DA17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7989277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pPr rtl="0"/>
              <a:t>1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48187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pPr rtl="0"/>
              <a:t>2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22454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pPr rtl="0"/>
              <a:t>3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17922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pPr rtl="0"/>
              <a:t>4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221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pPr rtl="0"/>
              <a:t>12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69888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包含图像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长方形 3">
            <a:extLst>
              <a:ext uri="{FF2B5EF4-FFF2-40B4-BE49-F238E27FC236}">
                <a16:creationId xmlns:a16="http://schemas.microsoft.com/office/drawing/2014/main" xmlns="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直角三角形 10">
            <a:extLst>
              <a:ext uri="{FF2B5EF4-FFF2-40B4-BE49-F238E27FC236}">
                <a16:creationId xmlns:a16="http://schemas.microsoft.com/office/drawing/2014/main" xmlns="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16" name="直接连接符​​(S) 15">
            <a:extLst>
              <a:ext uri="{FF2B5EF4-FFF2-40B4-BE49-F238E27FC236}">
                <a16:creationId xmlns:a16="http://schemas.microsoft.com/office/drawing/2014/main" xmlns="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图片占位符 24">
            <a:extLst>
              <a:ext uri="{FF2B5EF4-FFF2-40B4-BE49-F238E27FC236}">
                <a16:creationId xmlns:a16="http://schemas.microsoft.com/office/drawing/2014/main" xmlns="" id="{73B47EE6-EDE6-4881-B456-B37D9C1AD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smtClean="0"/>
              <a:t>单击图标添加图片</a:t>
            </a:r>
            <a:endParaRPr lang="zh-CN" altLang="en-US" noProof="0" dirty="0"/>
          </a:p>
        </p:txBody>
      </p:sp>
      <p:cxnSp>
        <p:nvCxnSpPr>
          <p:cNvPr id="18" name="直接连接符​​(S) 17">
            <a:extLst>
              <a:ext uri="{FF2B5EF4-FFF2-40B4-BE49-F238E27FC236}">
                <a16:creationId xmlns:a16="http://schemas.microsoft.com/office/drawing/2014/main" xmlns="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2400" b="0" i="0" spc="3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 U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 dirty="0"/>
              <a:t>单击此处编辑母版副标题样式</a:t>
            </a:r>
          </a:p>
        </p:txBody>
      </p:sp>
      <p:cxnSp>
        <p:nvCxnSpPr>
          <p:cNvPr id="9" name="直接连接符​​(S) 8">
            <a:extLst>
              <a:ext uri="{FF2B5EF4-FFF2-40B4-BE49-F238E27FC236}">
                <a16:creationId xmlns:a16="http://schemas.microsoft.com/office/drawing/2014/main" xmlns="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750045013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2160" userDrawn="1">
          <p15:clr>
            <a:srgbClr val="FBAE40"/>
          </p15:clr>
        </p15:guide>
        <p15:guide id="2" pos="7537" userDrawn="1">
          <p15:clr>
            <a:srgbClr val="FBAE40"/>
          </p15:clr>
        </p15:guide>
        <p15:guide id="3" pos="138" userDrawn="1">
          <p15:clr>
            <a:srgbClr val="FBAE40"/>
          </p15:clr>
        </p15:guide>
        <p15:guide id="4" orient="horz" pos="4178" userDrawn="1">
          <p15:clr>
            <a:srgbClr val="FBAE40"/>
          </p15:clr>
        </p15:guide>
        <p15:guide id="5" orient="horz" pos="142" userDrawn="1">
          <p15:clr>
            <a:srgbClr val="FBAE40"/>
          </p15:clr>
        </p15:guide>
        <p15:guide id="6" pos="2457" userDrawn="1">
          <p15:clr>
            <a:srgbClr val="FBAE40"/>
          </p15:clr>
        </p15:guide>
        <p15:guide id="7" pos="4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包含图像的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长方形 21">
            <a:extLst>
              <a:ext uri="{FF2B5EF4-FFF2-40B4-BE49-F238E27FC236}">
                <a16:creationId xmlns:a16="http://schemas.microsoft.com/office/drawing/2014/main" xmlns="" id="{33B31A5E-1244-4689-B513-C78E3C4E53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xmlns="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7" name="平行四边形 16">
            <a:extLst>
              <a:ext uri="{FF2B5EF4-FFF2-40B4-BE49-F238E27FC236}">
                <a16:creationId xmlns:a16="http://schemas.microsoft.com/office/drawing/2014/main" xmlns="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18" name="直接连接符​​(S) 17">
            <a:extLst>
              <a:ext uri="{FF2B5EF4-FFF2-40B4-BE49-F238E27FC236}">
                <a16:creationId xmlns:a16="http://schemas.microsoft.com/office/drawing/2014/main" xmlns="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标题 1">
            <a:extLst>
              <a:ext uri="{FF2B5EF4-FFF2-40B4-BE49-F238E27FC236}">
                <a16:creationId xmlns:a16="http://schemas.microsoft.com/office/drawing/2014/main" xmlns="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101" name="文本占位符 2">
            <a:extLst>
              <a:ext uri="{FF2B5EF4-FFF2-40B4-BE49-F238E27FC236}">
                <a16:creationId xmlns:a16="http://schemas.microsoft.com/office/drawing/2014/main" xmlns="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000" b="0" i="0" spc="3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 UI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 dirty="0"/>
              <a:t>编辑母版文本样式</a:t>
            </a:r>
          </a:p>
        </p:txBody>
      </p:sp>
      <p:cxnSp>
        <p:nvCxnSpPr>
          <p:cNvPr id="21" name="直接连接符​​(S) 20">
            <a:extLst>
              <a:ext uri="{FF2B5EF4-FFF2-40B4-BE49-F238E27FC236}">
                <a16:creationId xmlns:a16="http://schemas.microsoft.com/office/drawing/2014/main" xmlns="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平行四边形 24">
            <a:extLst>
              <a:ext uri="{FF2B5EF4-FFF2-40B4-BE49-F238E27FC236}">
                <a16:creationId xmlns:a16="http://schemas.microsoft.com/office/drawing/2014/main" xmlns="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26" name="直接连接符​​(S) 25">
            <a:extLst>
              <a:ext uri="{FF2B5EF4-FFF2-40B4-BE49-F238E27FC236}">
                <a16:creationId xmlns:a16="http://schemas.microsoft.com/office/drawing/2014/main" xmlns="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图片占位符 26">
            <a:extLst>
              <a:ext uri="{FF2B5EF4-FFF2-40B4-BE49-F238E27FC236}">
                <a16:creationId xmlns:a16="http://schemas.microsoft.com/office/drawing/2014/main" xmlns="" id="{95572AA9-EFAE-4771-B1EE-47E361173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smtClean="0"/>
              <a:t>单击图标添加图片</a:t>
            </a:r>
            <a:endParaRPr lang="zh-CN" altLang="en-US" noProof="0" dirty="0"/>
          </a:p>
        </p:txBody>
      </p:sp>
      <p:cxnSp>
        <p:nvCxnSpPr>
          <p:cNvPr id="16" name="直接连接符​​(S) 15">
            <a:extLst>
              <a:ext uri="{FF2B5EF4-FFF2-40B4-BE49-F238E27FC236}">
                <a16:creationId xmlns:a16="http://schemas.microsoft.com/office/drawing/2014/main" xmlns="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平行四边形 23">
            <a:extLst>
              <a:ext uri="{FF2B5EF4-FFF2-40B4-BE49-F238E27FC236}">
                <a16:creationId xmlns:a16="http://schemas.microsoft.com/office/drawing/2014/main" xmlns="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23998309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143" userDrawn="1">
          <p15:clr>
            <a:srgbClr val="FBAE40"/>
          </p15:clr>
        </p15:guide>
        <p15:guide id="4" orient="horz" pos="4170" userDrawn="1">
          <p15:clr>
            <a:srgbClr val="FBAE40"/>
          </p15:clr>
        </p15:guide>
        <p15:guide id="5" pos="7537" userDrawn="1">
          <p15:clr>
            <a:srgbClr val="FBAE40"/>
          </p15:clr>
        </p15:guide>
        <p15:guide id="6" orient="horz" pos="14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本版式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4942829" cy="2958275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sp>
        <p:nvSpPr>
          <p:cNvPr id="24" name="直角三角形 23">
            <a:extLst>
              <a:ext uri="{FF2B5EF4-FFF2-40B4-BE49-F238E27FC236}">
                <a16:creationId xmlns:a16="http://schemas.microsoft.com/office/drawing/2014/main" xmlns="" id="{BD6ACE60-499D-41AB-89C4-D537D7C3D22A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5" name="平行四边形 24">
            <a:extLst>
              <a:ext uri="{FF2B5EF4-FFF2-40B4-BE49-F238E27FC236}">
                <a16:creationId xmlns:a16="http://schemas.microsoft.com/office/drawing/2014/main" xmlns="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34" name="直接连接符​​(S) 33">
            <a:extLst>
              <a:ext uri="{FF2B5EF4-FFF2-40B4-BE49-F238E27FC236}">
                <a16:creationId xmlns:a16="http://schemas.microsoft.com/office/drawing/2014/main" xmlns="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6375400" y="5047077"/>
            <a:ext cx="1524574" cy="18034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496102"/>
            <a:ext cx="7342631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bg2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zh-CN" altLang="en-US" noProof="0" dirty="0"/>
              <a:t>单击副标题样式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0237B57-91C6-4F8B-8AA0-18FA50B0FD1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31378" y="1241109"/>
            <a:ext cx="7342622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 </a:t>
            </a:r>
            <a:br>
              <a:rPr lang="zh-CN" altLang="en-US" noProof="0" dirty="0"/>
            </a:br>
            <a:r>
              <a:rPr lang="zh-CN" altLang="en-US" noProof="0" dirty="0"/>
              <a:t>母版标题样式 </a:t>
            </a:r>
          </a:p>
        </p:txBody>
      </p:sp>
      <p:sp>
        <p:nvSpPr>
          <p:cNvPr id="15" name="图片占位符 14">
            <a:extLst>
              <a:ext uri="{FF2B5EF4-FFF2-40B4-BE49-F238E27FC236}">
                <a16:creationId xmlns:a16="http://schemas.microsoft.com/office/drawing/2014/main" xmlns="" id="{FE1FADFB-0A3D-40F7-9B40-368DECD971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0" y="0"/>
            <a:ext cx="5588000" cy="6872249"/>
          </a:xfrm>
          <a:custGeom>
            <a:avLst/>
            <a:gdLst>
              <a:gd name="connsiteX0" fmla="*/ 3876237 w 5588000"/>
              <a:gd name="connsiteY0" fmla="*/ 5431883 h 6872249"/>
              <a:gd name="connsiteX1" fmla="*/ 4953000 w 5588000"/>
              <a:gd name="connsiteY1" fmla="*/ 5431883 h 6872249"/>
              <a:gd name="connsiteX2" fmla="*/ 3769163 w 5588000"/>
              <a:gd name="connsiteY2" fmla="*/ 6872249 h 6872249"/>
              <a:gd name="connsiteX3" fmla="*/ 2692400 w 5588000"/>
              <a:gd name="connsiteY3" fmla="*/ 6872249 h 6872249"/>
              <a:gd name="connsiteX4" fmla="*/ 2479230 w 5588000"/>
              <a:gd name="connsiteY4" fmla="*/ 2870200 h 6872249"/>
              <a:gd name="connsiteX5" fmla="*/ 3175000 w 5588000"/>
              <a:gd name="connsiteY5" fmla="*/ 2870200 h 6872249"/>
              <a:gd name="connsiteX6" fmla="*/ 1965770 w 5588000"/>
              <a:gd name="connsiteY6" fmla="*/ 4310566 h 6872249"/>
              <a:gd name="connsiteX7" fmla="*/ 1270000 w 5588000"/>
              <a:gd name="connsiteY7" fmla="*/ 4310566 h 6872249"/>
              <a:gd name="connsiteX8" fmla="*/ 5575300 w 5588000"/>
              <a:gd name="connsiteY8" fmla="*/ 139700 h 6872249"/>
              <a:gd name="connsiteX9" fmla="*/ 5575300 w 5588000"/>
              <a:gd name="connsiteY9" fmla="*/ 3238583 h 6872249"/>
              <a:gd name="connsiteX10" fmla="*/ 2571663 w 5588000"/>
              <a:gd name="connsiteY10" fmla="*/ 6858000 h 6872249"/>
              <a:gd name="connsiteX11" fmla="*/ 0 w 5588000"/>
              <a:gd name="connsiteY11" fmla="*/ 6858000 h 6872249"/>
              <a:gd name="connsiteX12" fmla="*/ 4256761 w 5588000"/>
              <a:gd name="connsiteY12" fmla="*/ 0 h 6872249"/>
              <a:gd name="connsiteX13" fmla="*/ 5588000 w 5588000"/>
              <a:gd name="connsiteY13" fmla="*/ 0 h 6872249"/>
              <a:gd name="connsiteX14" fmla="*/ 3274339 w 5588000"/>
              <a:gd name="connsiteY14" fmla="*/ 2755900 h 6872249"/>
              <a:gd name="connsiteX15" fmla="*/ 1943100 w 5588000"/>
              <a:gd name="connsiteY15" fmla="*/ 2755900 h 687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88000" h="6872249">
                <a:moveTo>
                  <a:pt x="3876237" y="5431883"/>
                </a:moveTo>
                <a:lnTo>
                  <a:pt x="4953000" y="5431883"/>
                </a:lnTo>
                <a:lnTo>
                  <a:pt x="3769163" y="6872249"/>
                </a:lnTo>
                <a:lnTo>
                  <a:pt x="2692400" y="6872249"/>
                </a:lnTo>
                <a:close/>
                <a:moveTo>
                  <a:pt x="2479230" y="2870200"/>
                </a:moveTo>
                <a:lnTo>
                  <a:pt x="3175000" y="2870200"/>
                </a:lnTo>
                <a:lnTo>
                  <a:pt x="1965770" y="4310566"/>
                </a:lnTo>
                <a:lnTo>
                  <a:pt x="1270000" y="4310566"/>
                </a:lnTo>
                <a:close/>
                <a:moveTo>
                  <a:pt x="5575300" y="139700"/>
                </a:moveTo>
                <a:lnTo>
                  <a:pt x="5575300" y="3238583"/>
                </a:lnTo>
                <a:lnTo>
                  <a:pt x="2571663" y="6858000"/>
                </a:lnTo>
                <a:lnTo>
                  <a:pt x="0" y="6858000"/>
                </a:lnTo>
                <a:close/>
                <a:moveTo>
                  <a:pt x="4256761" y="0"/>
                </a:moveTo>
                <a:lnTo>
                  <a:pt x="5588000" y="0"/>
                </a:lnTo>
                <a:lnTo>
                  <a:pt x="3274339" y="2755900"/>
                </a:lnTo>
                <a:lnTo>
                  <a:pt x="1943100" y="2755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smtClean="0"/>
              <a:t>单击图标添加图片</a:t>
            </a:r>
            <a:endParaRPr lang="zh-CN" altLang="en-US" noProof="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5ADB14A5-A767-774C-85B8-68EF914689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D4B9B51B-EAA9-4B4D-A4F6-470CD95DAA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699F50C-BE38-4BD0-BA84-9B090E1F2B9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3442230584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本版式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直角三角形 34">
            <a:extLst>
              <a:ext uri="{FF2B5EF4-FFF2-40B4-BE49-F238E27FC236}">
                <a16:creationId xmlns:a16="http://schemas.microsoft.com/office/drawing/2014/main" xmlns="" id="{805F1696-7D6B-4055-94C3-E4C179F63596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8" name="图片占位符 17">
            <a:extLst>
              <a:ext uri="{FF2B5EF4-FFF2-40B4-BE49-F238E27FC236}">
                <a16:creationId xmlns:a16="http://schemas.microsoft.com/office/drawing/2014/main" xmlns="" id="{8B9EC3A9-7039-403A-9414-429521308A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0177" y="1435100"/>
            <a:ext cx="6021821" cy="5422900"/>
          </a:xfrm>
          <a:custGeom>
            <a:avLst/>
            <a:gdLst>
              <a:gd name="connsiteX0" fmla="*/ 6021821 w 6021821"/>
              <a:gd name="connsiteY0" fmla="*/ 0 h 5422900"/>
              <a:gd name="connsiteX1" fmla="*/ 6021821 w 6021821"/>
              <a:gd name="connsiteY1" fmla="*/ 5422900 h 5422900"/>
              <a:gd name="connsiteX2" fmla="*/ 0 w 6021821"/>
              <a:gd name="connsiteY2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21821" h="5422900">
                <a:moveTo>
                  <a:pt x="6021821" y="0"/>
                </a:moveTo>
                <a:lnTo>
                  <a:pt x="6021821" y="5422900"/>
                </a:lnTo>
                <a:lnTo>
                  <a:pt x="0" y="5422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Ins="457200" rtlCol="0" anchor="ctr">
            <a:noAutofit/>
          </a:bodyPr>
          <a:lstStyle>
            <a:lvl1pPr marL="0" indent="0" algn="r">
              <a:buNone/>
              <a:defRPr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smtClean="0"/>
              <a:t>单击图标添加图片</a:t>
            </a:r>
            <a:endParaRPr lang="zh-CN" altLang="en-US" noProof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4942829" cy="2958275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sp>
        <p:nvSpPr>
          <p:cNvPr id="25" name="平行四边形 24">
            <a:extLst>
              <a:ext uri="{FF2B5EF4-FFF2-40B4-BE49-F238E27FC236}">
                <a16:creationId xmlns:a16="http://schemas.microsoft.com/office/drawing/2014/main" xmlns="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34" name="直接连接符​​(S) 33">
            <a:extLst>
              <a:ext uri="{FF2B5EF4-FFF2-40B4-BE49-F238E27FC236}">
                <a16:creationId xmlns:a16="http://schemas.microsoft.com/office/drawing/2014/main" xmlns="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352314" y="1185452"/>
            <a:ext cx="1839685" cy="163394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496102"/>
            <a:ext cx="7342621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bg2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zh-CN" altLang="en-US" noProof="0" dirty="0"/>
              <a:t>单击副标题样式</a:t>
            </a: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xmlns="" id="{2DB9D671-9FC8-4306-96B7-D9D585694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378" y="1241109"/>
            <a:ext cx="7342622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 </a:t>
            </a:r>
            <a:br>
              <a:rPr lang="zh-CN" altLang="en-US" noProof="0" dirty="0"/>
            </a:br>
            <a:r>
              <a:rPr lang="zh-CN" altLang="en-US" noProof="0" dirty="0"/>
              <a:t>母版标题样式 </a:t>
            </a: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xmlns="" id="{6E55A0B9-F639-8643-9C4D-B93B8EE21A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D0C29282-8AC7-494D-9A8E-A26C7F6994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699F50C-BE38-4BD0-BA84-9B090E1F2B9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xmlns="" id="{5E24A5A7-66A2-7F43-9A7A-5E13F74F8C0E}"/>
              </a:ext>
            </a:extLst>
          </p:cNvPr>
          <p:cNvSpPr txBox="1"/>
          <p:nvPr userDrawn="1"/>
        </p:nvSpPr>
        <p:spPr>
          <a:xfrm>
            <a:off x="11072378" y="235732"/>
            <a:ext cx="73289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US" altLang="zh-CN" sz="3400" b="1" noProof="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</a:t>
            </a:r>
          </a:p>
        </p:txBody>
      </p:sp>
    </p:spTree>
    <p:extLst>
      <p:ext uri="{BB962C8B-B14F-4D97-AF65-F5344CB8AC3E}">
        <p14:creationId xmlns:p14="http://schemas.microsoft.com/office/powerpoint/2010/main" xmlns="" val="4283110927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副标题的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长方形 33">
            <a:extLst>
              <a:ext uri="{FF2B5EF4-FFF2-40B4-BE49-F238E27FC236}">
                <a16:creationId xmlns:a16="http://schemas.microsoft.com/office/drawing/2014/main" xmlns="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22" name="直接连接符​​(S) 21">
            <a:extLst>
              <a:ext uri="{FF2B5EF4-FFF2-40B4-BE49-F238E27FC236}">
                <a16:creationId xmlns:a16="http://schemas.microsoft.com/office/drawing/2014/main" xmlns="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 22">
            <a:extLst>
              <a:ext uri="{FF2B5EF4-FFF2-40B4-BE49-F238E27FC236}">
                <a16:creationId xmlns:a16="http://schemas.microsoft.com/office/drawing/2014/main" xmlns="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斜纹 25">
              <a:extLst>
                <a:ext uri="{FF2B5EF4-FFF2-40B4-BE49-F238E27FC236}">
                  <a16:creationId xmlns:a16="http://schemas.microsoft.com/office/drawing/2014/main" xmlns="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cxnSp>
          <p:nvCxnSpPr>
            <p:cNvPr id="28" name="直接连接符​​(S) 27">
              <a:extLst>
                <a:ext uri="{FF2B5EF4-FFF2-40B4-BE49-F238E27FC236}">
                  <a16:creationId xmlns:a16="http://schemas.microsoft.com/office/drawing/2014/main" xmlns="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平行四边形 29">
              <a:extLst>
                <a:ext uri="{FF2B5EF4-FFF2-40B4-BE49-F238E27FC236}">
                  <a16:creationId xmlns:a16="http://schemas.microsoft.com/office/drawing/2014/main" xmlns="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17" name="文本占位符 2">
            <a:extLst>
              <a:ext uri="{FF2B5EF4-FFF2-40B4-BE49-F238E27FC236}">
                <a16:creationId xmlns:a16="http://schemas.microsoft.com/office/drawing/2014/main" xmlns="" id="{B2E19FBD-2379-4B3B-910D-F51E007CB63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0698" y="2104888"/>
            <a:ext cx="5475290" cy="781188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</p:txBody>
      </p:sp>
      <p:sp>
        <p:nvSpPr>
          <p:cNvPr id="18" name="内容占位符 3">
            <a:extLst>
              <a:ext uri="{FF2B5EF4-FFF2-40B4-BE49-F238E27FC236}">
                <a16:creationId xmlns:a16="http://schemas.microsoft.com/office/drawing/2014/main" xmlns="" id="{8715E757-6584-4841-8154-C92E70E0CD6B}"/>
              </a:ext>
            </a:extLst>
          </p:cNvPr>
          <p:cNvSpPr>
            <a:spLocks noGrp="1"/>
          </p:cNvSpPr>
          <p:nvPr userDrawn="1">
            <p:ph sz="half" idx="13"/>
          </p:nvPr>
        </p:nvSpPr>
        <p:spPr>
          <a:xfrm>
            <a:off x="520698" y="2886076"/>
            <a:ext cx="5475290" cy="323214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en-US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lang="en-US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lang="en-US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lang="en-IN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>
              <a:buClr>
                <a:schemeClr val="accent2"/>
              </a:buClr>
            </a:pPr>
            <a:r>
              <a:rPr lang="zh-CN" altLang="en-US" noProof="0" smtClean="0"/>
              <a:t>单击此处编辑母版文本样式</a:t>
            </a:r>
          </a:p>
          <a:p>
            <a:pPr lvl="1" rtl="0">
              <a:buClr>
                <a:schemeClr val="accent2"/>
              </a:buClr>
            </a:pPr>
            <a:r>
              <a:rPr lang="zh-CN" altLang="en-US" noProof="0" smtClean="0"/>
              <a:t>第二级</a:t>
            </a:r>
          </a:p>
          <a:p>
            <a:pPr lvl="2" rtl="0">
              <a:buClr>
                <a:schemeClr val="accent2"/>
              </a:buClr>
            </a:pPr>
            <a:r>
              <a:rPr lang="zh-CN" altLang="en-US" noProof="0" smtClean="0"/>
              <a:t>第三级</a:t>
            </a:r>
          </a:p>
          <a:p>
            <a:pPr lvl="3" rtl="0">
              <a:buClr>
                <a:schemeClr val="accent2"/>
              </a:buClr>
            </a:pPr>
            <a:r>
              <a:rPr lang="zh-CN" altLang="en-US" noProof="0" smtClean="0"/>
              <a:t>第四级</a:t>
            </a:r>
          </a:p>
          <a:p>
            <a:pPr lvl="4" rtl="0">
              <a:buClr>
                <a:schemeClr val="accent2"/>
              </a:buClr>
            </a:pPr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sp>
        <p:nvSpPr>
          <p:cNvPr id="19" name="文本占位符 4">
            <a:extLst>
              <a:ext uri="{FF2B5EF4-FFF2-40B4-BE49-F238E27FC236}">
                <a16:creationId xmlns:a16="http://schemas.microsoft.com/office/drawing/2014/main" xmlns="" id="{47CDC5A2-8836-4ED3-8E78-18C24853D88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186713" y="2104888"/>
            <a:ext cx="5475600" cy="781188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</p:txBody>
      </p:sp>
      <p:sp>
        <p:nvSpPr>
          <p:cNvPr id="20" name="内容占位符 5">
            <a:extLst>
              <a:ext uri="{FF2B5EF4-FFF2-40B4-BE49-F238E27FC236}">
                <a16:creationId xmlns:a16="http://schemas.microsoft.com/office/drawing/2014/main" xmlns="" id="{D957FBD7-2C3C-4DD1-954F-DF1E007BE590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6186713" y="2886076"/>
            <a:ext cx="5475600" cy="323214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en-US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lang="en-US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lang="en-US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lang="en-IN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>
              <a:buClr>
                <a:schemeClr val="accent2"/>
              </a:buClr>
            </a:pPr>
            <a:r>
              <a:rPr lang="zh-CN" altLang="en-US" noProof="0" smtClean="0"/>
              <a:t>单击此处编辑母版文本样式</a:t>
            </a:r>
          </a:p>
          <a:p>
            <a:pPr lvl="1" rtl="0">
              <a:buClr>
                <a:schemeClr val="accent2"/>
              </a:buClr>
            </a:pPr>
            <a:r>
              <a:rPr lang="zh-CN" altLang="en-US" noProof="0" smtClean="0"/>
              <a:t>第二级</a:t>
            </a:r>
          </a:p>
          <a:p>
            <a:pPr lvl="2" rtl="0">
              <a:buClr>
                <a:schemeClr val="accent2"/>
              </a:buClr>
            </a:pPr>
            <a:r>
              <a:rPr lang="zh-CN" altLang="en-US" noProof="0" smtClean="0"/>
              <a:t>第三级</a:t>
            </a:r>
          </a:p>
          <a:p>
            <a:pPr lvl="3" rtl="0">
              <a:buClr>
                <a:schemeClr val="accent2"/>
              </a:buClr>
            </a:pPr>
            <a:r>
              <a:rPr lang="zh-CN" altLang="en-US" noProof="0" smtClean="0"/>
              <a:t>第四级</a:t>
            </a:r>
          </a:p>
          <a:p>
            <a:pPr lvl="4" rtl="0">
              <a:buClr>
                <a:schemeClr val="accent2"/>
              </a:buClr>
            </a:pPr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sp>
        <p:nvSpPr>
          <p:cNvPr id="24" name="文本占位符 4">
            <a:extLst>
              <a:ext uri="{FF2B5EF4-FFF2-40B4-BE49-F238E27FC236}">
                <a16:creationId xmlns:a16="http://schemas.microsoft.com/office/drawing/2014/main" xmlns="" id="{77DB65FF-A89E-4562-8251-2BB63EFDD28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zh-CN" altLang="en-US" noProof="0" dirty="0"/>
              <a:t>单击副标题样式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xmlns="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73289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US" altLang="zh-CN" sz="3400" b="1" noProof="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</a:t>
            </a:r>
          </a:p>
        </p:txBody>
      </p:sp>
      <p:sp>
        <p:nvSpPr>
          <p:cNvPr id="36" name="平行四边形 35">
            <a:extLst>
              <a:ext uri="{FF2B5EF4-FFF2-40B4-BE49-F238E27FC236}">
                <a16:creationId xmlns:a16="http://schemas.microsoft.com/office/drawing/2014/main" xmlns="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xmlns="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699F50C-BE38-4BD0-BA84-9B090E1F2B9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xmlns="" id="{C3CC34F4-862A-42E7-B2FA-7B511CC2E87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 </a:t>
            </a:r>
          </a:p>
        </p:txBody>
      </p:sp>
    </p:spTree>
    <p:extLst>
      <p:ext uri="{BB962C8B-B14F-4D97-AF65-F5344CB8AC3E}">
        <p14:creationId xmlns:p14="http://schemas.microsoft.com/office/powerpoint/2010/main" xmlns="" val="3256540265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长方形 22">
            <a:extLst>
              <a:ext uri="{FF2B5EF4-FFF2-40B4-BE49-F238E27FC236}">
                <a16:creationId xmlns:a16="http://schemas.microsoft.com/office/drawing/2014/main" xmlns="" id="{8FB39FF5-7AF5-4963-9346-2640496A3302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xmlns="" id="{A4F49194-9068-41AA-B460-962319BF96A4}"/>
              </a:ext>
            </a:extLst>
          </p:cNvPr>
          <p:cNvSpPr txBox="1"/>
          <p:nvPr userDrawn="1"/>
        </p:nvSpPr>
        <p:spPr>
          <a:xfrm>
            <a:off x="11072378" y="235732"/>
            <a:ext cx="73289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US" altLang="zh-CN" sz="3400" b="1" noProof="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</a:t>
            </a:r>
          </a:p>
        </p:txBody>
      </p:sp>
      <p:grpSp>
        <p:nvGrpSpPr>
          <p:cNvPr id="28" name="组 27">
            <a:extLst>
              <a:ext uri="{FF2B5EF4-FFF2-40B4-BE49-F238E27FC236}">
                <a16:creationId xmlns:a16="http://schemas.microsoft.com/office/drawing/2014/main" xmlns="" id="{5806E656-313A-47B1-B381-D004200F7A01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9" name="斜纹 28">
              <a:extLst>
                <a:ext uri="{FF2B5EF4-FFF2-40B4-BE49-F238E27FC236}">
                  <a16:creationId xmlns:a16="http://schemas.microsoft.com/office/drawing/2014/main" xmlns="" id="{65F8E2DA-4BB4-4421-9172-A11AF38DFEF4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cxnSp>
          <p:nvCxnSpPr>
            <p:cNvPr id="30" name="直接连接符​​(S) 29">
              <a:extLst>
                <a:ext uri="{FF2B5EF4-FFF2-40B4-BE49-F238E27FC236}">
                  <a16:creationId xmlns:a16="http://schemas.microsoft.com/office/drawing/2014/main" xmlns="" id="{6EDB47F2-B6A7-40B4-8A2C-06719F75C08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平行四边形 30">
              <a:extLst>
                <a:ext uri="{FF2B5EF4-FFF2-40B4-BE49-F238E27FC236}">
                  <a16:creationId xmlns:a16="http://schemas.microsoft.com/office/drawing/2014/main" xmlns="" id="{B188E7A9-2351-4B68-98B8-10099CB39CD2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33" name="平行四边形 32">
            <a:extLst>
              <a:ext uri="{FF2B5EF4-FFF2-40B4-BE49-F238E27FC236}">
                <a16:creationId xmlns:a16="http://schemas.microsoft.com/office/drawing/2014/main" xmlns="" id="{F088C182-BF10-45B2-B159-7702E00D31D4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4" name="文本占位符 4">
            <a:extLst>
              <a:ext uri="{FF2B5EF4-FFF2-40B4-BE49-F238E27FC236}">
                <a16:creationId xmlns:a16="http://schemas.microsoft.com/office/drawing/2014/main" xmlns="" id="{FB561B16-2788-452A-B7AF-A482256DCD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zh-CN" altLang="en-US" noProof="0" dirty="0"/>
              <a:t>单击副标题样式</a:t>
            </a: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xmlns="" id="{D6990C03-1647-2044-B335-6F5F19E4E5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4F03A7CC-E6DC-1544-BE55-15EC1718B7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699F50C-BE38-4BD0-BA84-9B090E1F2B9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xmlns="" id="{BDEC780E-6412-1344-A62E-6B84E9CCB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 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2C82AC85-33B6-2B49-8BF4-084144443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1814" y="2005762"/>
            <a:ext cx="5225764" cy="4083888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altLang="en-US" noProof="0" dirty="0"/>
              <a:t>在此处键入文本</a:t>
            </a:r>
          </a:p>
        </p:txBody>
      </p:sp>
      <p:sp>
        <p:nvSpPr>
          <p:cNvPr id="20" name="图表占位符 2">
            <a:extLst>
              <a:ext uri="{FF2B5EF4-FFF2-40B4-BE49-F238E27FC236}">
                <a16:creationId xmlns:a16="http://schemas.microsoft.com/office/drawing/2014/main" xmlns="" id="{0EF0FD2A-B62A-4931-846D-2602DED26606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796114" y="2005762"/>
            <a:ext cx="5719397" cy="4084470"/>
          </a:xfrm>
          <a:prstGeom prst="rect">
            <a:avLst/>
          </a:prstGeom>
        </p:spPr>
        <p:txBody>
          <a:bodyPr vert="horz" lIns="91420" tIns="45710" rIns="91420" bIns="45710" rtlCol="0">
            <a:no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 smtClean="0"/>
              <a:t>单击图标添加图表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2200477079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长方形 18">
            <a:extLst>
              <a:ext uri="{FF2B5EF4-FFF2-40B4-BE49-F238E27FC236}">
                <a16:creationId xmlns:a16="http://schemas.microsoft.com/office/drawing/2014/main" xmlns="" id="{69EF72CE-34D2-4581-98D2-89218BC1B4E4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xmlns="" id="{B84020D1-D35E-497E-97F1-84A6EA9D048E}"/>
              </a:ext>
            </a:extLst>
          </p:cNvPr>
          <p:cNvSpPr txBox="1"/>
          <p:nvPr userDrawn="1"/>
        </p:nvSpPr>
        <p:spPr>
          <a:xfrm>
            <a:off x="11072378" y="235732"/>
            <a:ext cx="73289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US" altLang="zh-CN" sz="3400" b="1" noProof="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</a:t>
            </a:r>
          </a:p>
        </p:txBody>
      </p:sp>
      <p:grpSp>
        <p:nvGrpSpPr>
          <p:cNvPr id="26" name="组 25">
            <a:extLst>
              <a:ext uri="{FF2B5EF4-FFF2-40B4-BE49-F238E27FC236}">
                <a16:creationId xmlns:a16="http://schemas.microsoft.com/office/drawing/2014/main" xmlns="" id="{36C8A74F-FDDF-48E8-AC2B-A5BD59D7D6A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斜纹 26">
              <a:extLst>
                <a:ext uri="{FF2B5EF4-FFF2-40B4-BE49-F238E27FC236}">
                  <a16:creationId xmlns:a16="http://schemas.microsoft.com/office/drawing/2014/main" xmlns="" id="{2D5247F3-E6EB-4003-B1FD-F6200F0738E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cxnSp>
          <p:nvCxnSpPr>
            <p:cNvPr id="28" name="直接连接符​​(S) 27">
              <a:extLst>
                <a:ext uri="{FF2B5EF4-FFF2-40B4-BE49-F238E27FC236}">
                  <a16:creationId xmlns:a16="http://schemas.microsoft.com/office/drawing/2014/main" xmlns="" id="{E9B7D995-9FB8-4461-8AAA-FA8B9A145B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平行四边形 32">
              <a:extLst>
                <a:ext uri="{FF2B5EF4-FFF2-40B4-BE49-F238E27FC236}">
                  <a16:creationId xmlns:a16="http://schemas.microsoft.com/office/drawing/2014/main" xmlns="" id="{849B962F-68BC-4B89-B4D8-D862517534DF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36" name="平行四边形 35">
            <a:extLst>
              <a:ext uri="{FF2B5EF4-FFF2-40B4-BE49-F238E27FC236}">
                <a16:creationId xmlns:a16="http://schemas.microsoft.com/office/drawing/2014/main" xmlns="" id="{8006416B-866C-47E5-8480-109B40F9EAA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7" name="文本占位符 4">
            <a:extLst>
              <a:ext uri="{FF2B5EF4-FFF2-40B4-BE49-F238E27FC236}">
                <a16:creationId xmlns:a16="http://schemas.microsoft.com/office/drawing/2014/main" xmlns="" id="{FE79FAE9-2A8C-46BA-8738-44CBCF7294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zh-CN" altLang="en-US" noProof="0" dirty="0"/>
              <a:t>单击副标题样式</a:t>
            </a: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xmlns="" id="{5750A33E-CEFE-4D43-9554-513B01B1D3D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4A960C75-8FA7-5740-9388-2B5112B2C5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699F50C-BE38-4BD0-BA84-9B090E1F2B9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xmlns="" id="{0F525D04-A814-7A4D-9732-11097EA762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 </a:t>
            </a:r>
          </a:p>
        </p:txBody>
      </p:sp>
      <p:sp>
        <p:nvSpPr>
          <p:cNvPr id="15" name="表格占位符 11">
            <a:extLst>
              <a:ext uri="{FF2B5EF4-FFF2-40B4-BE49-F238E27FC236}">
                <a16:creationId xmlns:a16="http://schemas.microsoft.com/office/drawing/2014/main" xmlns="" id="{7CD3E31F-0AF8-4EB8-B6FA-BD95A2EDA63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31378" y="2664803"/>
            <a:ext cx="10993375" cy="3433180"/>
          </a:xfrm>
          <a:prstGeom prst="rect">
            <a:avLst/>
          </a:prstGeom>
        </p:spPr>
        <p:txBody>
          <a:bodyPr lIns="91420" tIns="45710" rIns="91420" bIns="45710" rtlCol="0">
            <a:noAutofit/>
          </a:bodyPr>
          <a:lstStyle>
            <a:lvl1pPr marL="0" indent="0" algn="ctr">
              <a:buNone/>
              <a:defRPr sz="20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 smtClean="0"/>
              <a:t>单击图标添加表格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3415060917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>
            <a:extLst>
              <a:ext uri="{FF2B5EF4-FFF2-40B4-BE49-F238E27FC236}">
                <a16:creationId xmlns:a16="http://schemas.microsoft.com/office/drawing/2014/main" xmlns="" id="{BCAFD81C-E6E5-4292-828B-BD147E6DEA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直角三角形 3">
            <a:extLst>
              <a:ext uri="{FF2B5EF4-FFF2-40B4-BE49-F238E27FC236}">
                <a16:creationId xmlns:a16="http://schemas.microsoft.com/office/drawing/2014/main" xmlns="" id="{79ED029D-F488-47E5-B064-0E35B31D23A5}"/>
              </a:ext>
            </a:extLst>
          </p:cNvPr>
          <p:cNvSpPr/>
          <p:nvPr userDrawn="1"/>
        </p:nvSpPr>
        <p:spPr>
          <a:xfrm flipV="1">
            <a:off x="0" y="-5"/>
            <a:ext cx="11747500" cy="629920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图片占位符 31">
            <a:extLst>
              <a:ext uri="{FF2B5EF4-FFF2-40B4-BE49-F238E27FC236}">
                <a16:creationId xmlns:a16="http://schemas.microsoft.com/office/drawing/2014/main" xmlns="" id="{D683190A-95C6-428D-AEE4-FC8350C324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9229" y="326570"/>
            <a:ext cx="11473542" cy="62048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0" rtlCol="0" anchor="ctr"/>
          <a:lstStyle>
            <a:lvl1pPr marL="0" indent="0" algn="ctr">
              <a:buNone/>
              <a:defRPr sz="1100" i="1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rtl="0"/>
            <a:r>
              <a:rPr lang="zh-CN" altLang="en-US" noProof="0" dirty="0"/>
              <a:t>将图像插入或拖放到此处</a:t>
            </a:r>
          </a:p>
        </p:txBody>
      </p:sp>
      <p:cxnSp>
        <p:nvCxnSpPr>
          <p:cNvPr id="6" name="直接连接符​​(S) 5">
            <a:extLst>
              <a:ext uri="{FF2B5EF4-FFF2-40B4-BE49-F238E27FC236}">
                <a16:creationId xmlns:a16="http://schemas.microsoft.com/office/drawing/2014/main" xmlns="" id="{F78F4957-6DDE-40CE-9D33-00B1434FA08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5344886"/>
            <a:ext cx="2362200" cy="12409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1">
            <a:extLst>
              <a:ext uri="{FF2B5EF4-FFF2-40B4-BE49-F238E27FC236}">
                <a16:creationId xmlns:a16="http://schemas.microsoft.com/office/drawing/2014/main" xmlns="" id="{D9A8085F-72C4-4DFB-813E-C5666B0CC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229" y="558802"/>
            <a:ext cx="8333222" cy="939798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288000" rtlCol="0" anchor="ctr">
            <a:normAutofit/>
          </a:bodyPr>
          <a:lstStyle>
            <a:lvl1pPr>
              <a:defRPr sz="3600" b="1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在此处添加描述</a:t>
            </a:r>
          </a:p>
        </p:txBody>
      </p:sp>
    </p:spTree>
    <p:extLst>
      <p:ext uri="{BB962C8B-B14F-4D97-AF65-F5344CB8AC3E}">
        <p14:creationId xmlns:p14="http://schemas.microsoft.com/office/powerpoint/2010/main" xmlns="" val="4237576771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谢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长方形 25">
            <a:extLst>
              <a:ext uri="{FF2B5EF4-FFF2-40B4-BE49-F238E27FC236}">
                <a16:creationId xmlns:a16="http://schemas.microsoft.com/office/drawing/2014/main" xmlns="" id="{40A6720D-B182-4290-BD91-1D1E4D93060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文本占位符 3">
            <a:extLst>
              <a:ext uri="{FF2B5EF4-FFF2-40B4-BE49-F238E27FC236}">
                <a16:creationId xmlns:a16="http://schemas.microsoft.com/office/drawing/2014/main" xmlns="" id="{A488AB73-8058-4FB5-9619-FCECCA9F39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929" y="3461163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姓名</a:t>
            </a:r>
          </a:p>
        </p:txBody>
      </p:sp>
      <p:sp>
        <p:nvSpPr>
          <p:cNvPr id="10" name="文本占位符 4">
            <a:extLst>
              <a:ext uri="{FF2B5EF4-FFF2-40B4-BE49-F238E27FC236}">
                <a16:creationId xmlns:a16="http://schemas.microsoft.com/office/drawing/2014/main" xmlns="" id="{359BE165-3EB5-4C11-8B53-6E98C0BC2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2929" y="3839451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电话号码</a:t>
            </a:r>
          </a:p>
        </p:txBody>
      </p:sp>
      <p:sp>
        <p:nvSpPr>
          <p:cNvPr id="11" name="文本占位符 5">
            <a:extLst>
              <a:ext uri="{FF2B5EF4-FFF2-40B4-BE49-F238E27FC236}">
                <a16:creationId xmlns:a16="http://schemas.microsoft.com/office/drawing/2014/main" xmlns="" id="{79D05293-35AD-495F-A7AE-942398090B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2928" y="4216669"/>
            <a:ext cx="3445783" cy="2890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电子邮件 </a:t>
            </a:r>
          </a:p>
        </p:txBody>
      </p:sp>
      <p:sp>
        <p:nvSpPr>
          <p:cNvPr id="13" name="文本占位符 21">
            <a:extLst>
              <a:ext uri="{FF2B5EF4-FFF2-40B4-BE49-F238E27FC236}">
                <a16:creationId xmlns:a16="http://schemas.microsoft.com/office/drawing/2014/main" xmlns="" id="{997A03F2-8D8A-4425-9F56-66DB33CE11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929" y="4594957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公司网站</a:t>
            </a:r>
          </a:p>
        </p:txBody>
      </p:sp>
      <p:sp>
        <p:nvSpPr>
          <p:cNvPr id="14" name="形状 4157">
            <a:extLst>
              <a:ext uri="{FF2B5EF4-FFF2-40B4-BE49-F238E27FC236}">
                <a16:creationId xmlns:a16="http://schemas.microsoft.com/office/drawing/2014/main" xmlns="" id="{A30A8F28-98F4-425F-A750-78192A157DF4}"/>
              </a:ext>
            </a:extLst>
          </p:cNvPr>
          <p:cNvSpPr/>
          <p:nvPr userDrawn="1"/>
        </p:nvSpPr>
        <p:spPr>
          <a:xfrm>
            <a:off x="6458938" y="3505247"/>
            <a:ext cx="258875" cy="258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5" name="形状 4186">
            <a:extLst>
              <a:ext uri="{FF2B5EF4-FFF2-40B4-BE49-F238E27FC236}">
                <a16:creationId xmlns:a16="http://schemas.microsoft.com/office/drawing/2014/main" xmlns="" id="{2F84D399-8148-4E86-A1E4-BE7D1D81383A}"/>
              </a:ext>
            </a:extLst>
          </p:cNvPr>
          <p:cNvSpPr/>
          <p:nvPr userDrawn="1"/>
        </p:nvSpPr>
        <p:spPr>
          <a:xfrm>
            <a:off x="6507622" y="3897986"/>
            <a:ext cx="161507" cy="296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9" name="形状 4379">
            <a:extLst>
              <a:ext uri="{FF2B5EF4-FFF2-40B4-BE49-F238E27FC236}">
                <a16:creationId xmlns:a16="http://schemas.microsoft.com/office/drawing/2014/main" xmlns="" id="{E4408FF8-E342-42F8-BBE9-1220822B5E99}"/>
              </a:ext>
            </a:extLst>
          </p:cNvPr>
          <p:cNvSpPr/>
          <p:nvPr userDrawn="1"/>
        </p:nvSpPr>
        <p:spPr>
          <a:xfrm>
            <a:off x="6458938" y="4327945"/>
            <a:ext cx="258875" cy="188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0" name="形状 4487">
            <a:extLst>
              <a:ext uri="{FF2B5EF4-FFF2-40B4-BE49-F238E27FC236}">
                <a16:creationId xmlns:a16="http://schemas.microsoft.com/office/drawing/2014/main" xmlns="" id="{11D27456-C005-4109-9E74-0B692200A0B3}"/>
              </a:ext>
            </a:extLst>
          </p:cNvPr>
          <p:cNvSpPr/>
          <p:nvPr userDrawn="1"/>
        </p:nvSpPr>
        <p:spPr>
          <a:xfrm>
            <a:off x="6471716" y="4650082"/>
            <a:ext cx="233318" cy="233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1" name="直角三角形 20">
            <a:extLst>
              <a:ext uri="{FF2B5EF4-FFF2-40B4-BE49-F238E27FC236}">
                <a16:creationId xmlns:a16="http://schemas.microsoft.com/office/drawing/2014/main" xmlns="" id="{FDDD2B84-3CB9-4567-8C91-C538E8A1C89F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22" name="直接连接符​​(S) 21">
            <a:extLst>
              <a:ext uri="{FF2B5EF4-FFF2-40B4-BE49-F238E27FC236}">
                <a16:creationId xmlns:a16="http://schemas.microsoft.com/office/drawing/2014/main" xmlns="" id="{34EF3020-1476-41B1-9FE7-B476A25C53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​​ 22">
            <a:extLst>
              <a:ext uri="{FF2B5EF4-FFF2-40B4-BE49-F238E27FC236}">
                <a16:creationId xmlns:a16="http://schemas.microsoft.com/office/drawing/2014/main" xmlns="" id="{B1B64EC3-B232-415D-8E27-EB3E24D13922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​​(S) 23">
            <a:extLst>
              <a:ext uri="{FF2B5EF4-FFF2-40B4-BE49-F238E27FC236}">
                <a16:creationId xmlns:a16="http://schemas.microsoft.com/office/drawing/2014/main" xmlns="" id="{2261CE2F-F199-4242-AC6C-692676B81FF1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图片占位符 24">
            <a:extLst>
              <a:ext uri="{FF2B5EF4-FFF2-40B4-BE49-F238E27FC236}">
                <a16:creationId xmlns:a16="http://schemas.microsoft.com/office/drawing/2014/main" xmlns="" id="{89C0506D-0CA6-4583-9D04-24E7F4D16A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smtClean="0"/>
              <a:t>单击图标添加图片</a:t>
            </a:r>
            <a:endParaRPr lang="zh-CN" altLang="en-US" noProof="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1821022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xmlns="" val="3839051282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长方形 3">
            <a:extLst>
              <a:ext uri="{FF2B5EF4-FFF2-40B4-BE49-F238E27FC236}">
                <a16:creationId xmlns:a16="http://schemas.microsoft.com/office/drawing/2014/main" xmlns="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直角三角形 10">
            <a:extLst>
              <a:ext uri="{FF2B5EF4-FFF2-40B4-BE49-F238E27FC236}">
                <a16:creationId xmlns:a16="http://schemas.microsoft.com/office/drawing/2014/main" xmlns="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16" name="直接连接符​​(S) 15">
            <a:extLst>
              <a:ext uri="{FF2B5EF4-FFF2-40B4-BE49-F238E27FC236}">
                <a16:creationId xmlns:a16="http://schemas.microsoft.com/office/drawing/2014/main" xmlns="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​​(S) 17">
            <a:extLst>
              <a:ext uri="{FF2B5EF4-FFF2-40B4-BE49-F238E27FC236}">
                <a16:creationId xmlns:a16="http://schemas.microsoft.com/office/drawing/2014/main" xmlns="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2400" b="0" i="0" spc="3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 U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 dirty="0"/>
              <a:t>单击此处编辑母版副标题样式</a:t>
            </a:r>
          </a:p>
        </p:txBody>
      </p:sp>
      <p:cxnSp>
        <p:nvCxnSpPr>
          <p:cNvPr id="9" name="直接连接符​​(S) 8">
            <a:extLst>
              <a:ext uri="{FF2B5EF4-FFF2-40B4-BE49-F238E27FC236}">
                <a16:creationId xmlns:a16="http://schemas.microsoft.com/office/drawing/2014/main" xmlns="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980920470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长方形 21">
            <a:extLst>
              <a:ext uri="{FF2B5EF4-FFF2-40B4-BE49-F238E27FC236}">
                <a16:creationId xmlns:a16="http://schemas.microsoft.com/office/drawing/2014/main" xmlns="" id="{33B31A5E-1244-4689-B513-C78E3C4E53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xmlns="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7" name="平行四边形 16">
            <a:extLst>
              <a:ext uri="{FF2B5EF4-FFF2-40B4-BE49-F238E27FC236}">
                <a16:creationId xmlns:a16="http://schemas.microsoft.com/office/drawing/2014/main" xmlns="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18" name="直接连接符​​(S) 17">
            <a:extLst>
              <a:ext uri="{FF2B5EF4-FFF2-40B4-BE49-F238E27FC236}">
                <a16:creationId xmlns:a16="http://schemas.microsoft.com/office/drawing/2014/main" xmlns="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标题 1">
            <a:extLst>
              <a:ext uri="{FF2B5EF4-FFF2-40B4-BE49-F238E27FC236}">
                <a16:creationId xmlns:a16="http://schemas.microsoft.com/office/drawing/2014/main" xmlns="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101" name="文本占位符 2">
            <a:extLst>
              <a:ext uri="{FF2B5EF4-FFF2-40B4-BE49-F238E27FC236}">
                <a16:creationId xmlns:a16="http://schemas.microsoft.com/office/drawing/2014/main" xmlns="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000" b="0" i="0" spc="3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 UI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 dirty="0"/>
              <a:t>编辑母版文本样式</a:t>
            </a:r>
          </a:p>
        </p:txBody>
      </p:sp>
      <p:cxnSp>
        <p:nvCxnSpPr>
          <p:cNvPr id="21" name="直接连接符​​(S) 20">
            <a:extLst>
              <a:ext uri="{FF2B5EF4-FFF2-40B4-BE49-F238E27FC236}">
                <a16:creationId xmlns:a16="http://schemas.microsoft.com/office/drawing/2014/main" xmlns="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平行四边形 24">
            <a:extLst>
              <a:ext uri="{FF2B5EF4-FFF2-40B4-BE49-F238E27FC236}">
                <a16:creationId xmlns:a16="http://schemas.microsoft.com/office/drawing/2014/main" xmlns="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26" name="直接连接符​​(S) 25">
            <a:extLst>
              <a:ext uri="{FF2B5EF4-FFF2-40B4-BE49-F238E27FC236}">
                <a16:creationId xmlns:a16="http://schemas.microsoft.com/office/drawing/2014/main" xmlns="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​​(S) 15">
            <a:extLst>
              <a:ext uri="{FF2B5EF4-FFF2-40B4-BE49-F238E27FC236}">
                <a16:creationId xmlns:a16="http://schemas.microsoft.com/office/drawing/2014/main" xmlns="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平行四边形 23">
            <a:extLst>
              <a:ext uri="{FF2B5EF4-FFF2-40B4-BE49-F238E27FC236}">
                <a16:creationId xmlns:a16="http://schemas.microsoft.com/office/drawing/2014/main" xmlns="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89179159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orient="horz" pos="4170">
          <p15:clr>
            <a:srgbClr val="FBAE40"/>
          </p15:clr>
        </p15:guide>
        <p15:guide id="5" pos="7537">
          <p15:clr>
            <a:srgbClr val="FBAE40"/>
          </p15:clr>
        </p15:guide>
        <p15:guide id="6" orient="horz" pos="14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长方形 33">
            <a:extLst>
              <a:ext uri="{FF2B5EF4-FFF2-40B4-BE49-F238E27FC236}">
                <a16:creationId xmlns:a16="http://schemas.microsoft.com/office/drawing/2014/main" xmlns="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22" name="直接连接符​​(S) 21">
            <a:extLst>
              <a:ext uri="{FF2B5EF4-FFF2-40B4-BE49-F238E27FC236}">
                <a16:creationId xmlns:a16="http://schemas.microsoft.com/office/drawing/2014/main" xmlns="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 22">
            <a:extLst>
              <a:ext uri="{FF2B5EF4-FFF2-40B4-BE49-F238E27FC236}">
                <a16:creationId xmlns:a16="http://schemas.microsoft.com/office/drawing/2014/main" xmlns="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斜纹 25">
              <a:extLst>
                <a:ext uri="{FF2B5EF4-FFF2-40B4-BE49-F238E27FC236}">
                  <a16:creationId xmlns:a16="http://schemas.microsoft.com/office/drawing/2014/main" xmlns="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cxnSp>
          <p:nvCxnSpPr>
            <p:cNvPr id="28" name="直接连接符​​(S) 27">
              <a:extLst>
                <a:ext uri="{FF2B5EF4-FFF2-40B4-BE49-F238E27FC236}">
                  <a16:creationId xmlns:a16="http://schemas.microsoft.com/office/drawing/2014/main" xmlns="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平行四边形 29">
              <a:extLst>
                <a:ext uri="{FF2B5EF4-FFF2-40B4-BE49-F238E27FC236}">
                  <a16:creationId xmlns:a16="http://schemas.microsoft.com/office/drawing/2014/main" xmlns="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xmlns="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73289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US" altLang="zh-CN" sz="3400" b="1" noProof="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</a:t>
            </a:r>
          </a:p>
        </p:txBody>
      </p:sp>
      <p:sp>
        <p:nvSpPr>
          <p:cNvPr id="36" name="平行四边形 35">
            <a:extLst>
              <a:ext uri="{FF2B5EF4-FFF2-40B4-BE49-F238E27FC236}">
                <a16:creationId xmlns:a16="http://schemas.microsoft.com/office/drawing/2014/main" xmlns="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xmlns="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699F50C-BE38-4BD0-BA84-9B090E1F2B9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xmlns="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 </a:t>
            </a:r>
          </a:p>
        </p:txBody>
      </p:sp>
      <p:sp>
        <p:nvSpPr>
          <p:cNvPr id="29" name="内容占位符 2">
            <a:extLst>
              <a:ext uri="{FF2B5EF4-FFF2-40B4-BE49-F238E27FC236}">
                <a16:creationId xmlns:a16="http://schemas.microsoft.com/office/drawing/2014/main" xmlns="" id="{1FAE0C34-9220-45F0-9FC2-9FE7C994E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78" y="1671924"/>
            <a:ext cx="10835122" cy="450503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2074596364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长方形 33">
            <a:extLst>
              <a:ext uri="{FF2B5EF4-FFF2-40B4-BE49-F238E27FC236}">
                <a16:creationId xmlns:a16="http://schemas.microsoft.com/office/drawing/2014/main" xmlns="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22" name="直接连接符​​(S) 21">
            <a:extLst>
              <a:ext uri="{FF2B5EF4-FFF2-40B4-BE49-F238E27FC236}">
                <a16:creationId xmlns:a16="http://schemas.microsoft.com/office/drawing/2014/main" xmlns="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 22">
            <a:extLst>
              <a:ext uri="{FF2B5EF4-FFF2-40B4-BE49-F238E27FC236}">
                <a16:creationId xmlns:a16="http://schemas.microsoft.com/office/drawing/2014/main" xmlns="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斜纹 25">
              <a:extLst>
                <a:ext uri="{FF2B5EF4-FFF2-40B4-BE49-F238E27FC236}">
                  <a16:creationId xmlns:a16="http://schemas.microsoft.com/office/drawing/2014/main" xmlns="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cxnSp>
          <p:nvCxnSpPr>
            <p:cNvPr id="28" name="直接连接符​​(S) 27">
              <a:extLst>
                <a:ext uri="{FF2B5EF4-FFF2-40B4-BE49-F238E27FC236}">
                  <a16:creationId xmlns:a16="http://schemas.microsoft.com/office/drawing/2014/main" xmlns="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平行四边形 29">
              <a:extLst>
                <a:ext uri="{FF2B5EF4-FFF2-40B4-BE49-F238E27FC236}">
                  <a16:creationId xmlns:a16="http://schemas.microsoft.com/office/drawing/2014/main" xmlns="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xmlns="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73289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US" altLang="zh-CN" sz="3400" b="1" noProof="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</a:t>
            </a:r>
          </a:p>
        </p:txBody>
      </p:sp>
      <p:sp>
        <p:nvSpPr>
          <p:cNvPr id="36" name="平行四边形 35">
            <a:extLst>
              <a:ext uri="{FF2B5EF4-FFF2-40B4-BE49-F238E27FC236}">
                <a16:creationId xmlns:a16="http://schemas.microsoft.com/office/drawing/2014/main" xmlns="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xmlns="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699F50C-BE38-4BD0-BA84-9B090E1F2B9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xmlns="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 </a:t>
            </a: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xmlns="" id="{217F9213-0142-420B-A84D-C5627A0C8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9687" y="1651044"/>
            <a:ext cx="5181600" cy="452591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sp>
        <p:nvSpPr>
          <p:cNvPr id="15" name="内容占位符 3">
            <a:extLst>
              <a:ext uri="{FF2B5EF4-FFF2-40B4-BE49-F238E27FC236}">
                <a16:creationId xmlns:a16="http://schemas.microsoft.com/office/drawing/2014/main" xmlns="" id="{8014328B-D576-4B5C-A4AE-CF9831892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51044"/>
            <a:ext cx="5181600" cy="452591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2847377008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长方形 33">
            <a:extLst>
              <a:ext uri="{FF2B5EF4-FFF2-40B4-BE49-F238E27FC236}">
                <a16:creationId xmlns:a16="http://schemas.microsoft.com/office/drawing/2014/main" xmlns="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22" name="直接连接符​​(S) 21">
            <a:extLst>
              <a:ext uri="{FF2B5EF4-FFF2-40B4-BE49-F238E27FC236}">
                <a16:creationId xmlns:a16="http://schemas.microsoft.com/office/drawing/2014/main" xmlns="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 22">
            <a:extLst>
              <a:ext uri="{FF2B5EF4-FFF2-40B4-BE49-F238E27FC236}">
                <a16:creationId xmlns:a16="http://schemas.microsoft.com/office/drawing/2014/main" xmlns="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斜纹 25">
              <a:extLst>
                <a:ext uri="{FF2B5EF4-FFF2-40B4-BE49-F238E27FC236}">
                  <a16:creationId xmlns:a16="http://schemas.microsoft.com/office/drawing/2014/main" xmlns="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cxnSp>
          <p:nvCxnSpPr>
            <p:cNvPr id="28" name="直接连接符​​(S) 27">
              <a:extLst>
                <a:ext uri="{FF2B5EF4-FFF2-40B4-BE49-F238E27FC236}">
                  <a16:creationId xmlns:a16="http://schemas.microsoft.com/office/drawing/2014/main" xmlns="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平行四边形 29">
              <a:extLst>
                <a:ext uri="{FF2B5EF4-FFF2-40B4-BE49-F238E27FC236}">
                  <a16:creationId xmlns:a16="http://schemas.microsoft.com/office/drawing/2014/main" xmlns="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xmlns="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73289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US" altLang="zh-CN" sz="3400" b="1" noProof="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</a:t>
            </a:r>
          </a:p>
        </p:txBody>
      </p:sp>
      <p:sp>
        <p:nvSpPr>
          <p:cNvPr id="36" name="平行四边形 35">
            <a:extLst>
              <a:ext uri="{FF2B5EF4-FFF2-40B4-BE49-F238E27FC236}">
                <a16:creationId xmlns:a16="http://schemas.microsoft.com/office/drawing/2014/main" xmlns="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xmlns="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699F50C-BE38-4BD0-BA84-9B090E1F2B9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xmlns="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 </a:t>
            </a:r>
          </a:p>
        </p:txBody>
      </p:sp>
      <p:sp>
        <p:nvSpPr>
          <p:cNvPr id="18" name="文本占位符 2">
            <a:extLst>
              <a:ext uri="{FF2B5EF4-FFF2-40B4-BE49-F238E27FC236}">
                <a16:creationId xmlns:a16="http://schemas.microsoft.com/office/drawing/2014/main" xmlns="" id="{82BFF385-445D-4DBB-9773-F99669415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678" y="1681163"/>
            <a:ext cx="5382501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en-US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228600" lvl="0" indent="-228600" rtl="0"/>
            <a:r>
              <a:rPr lang="zh-CN" altLang="en-US" noProof="0" smtClean="0"/>
              <a:t>单击此处编辑母版文本样式</a:t>
            </a:r>
          </a:p>
        </p:txBody>
      </p:sp>
      <p:sp>
        <p:nvSpPr>
          <p:cNvPr id="20" name="文本占位符 4">
            <a:extLst>
              <a:ext uri="{FF2B5EF4-FFF2-40B4-BE49-F238E27FC236}">
                <a16:creationId xmlns:a16="http://schemas.microsoft.com/office/drawing/2014/main" xmlns="" id="{311B1CFE-1B35-4B5C-B40A-DC5ADF211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</p:txBody>
      </p:sp>
      <p:sp>
        <p:nvSpPr>
          <p:cNvPr id="21" name="内容占位符 5">
            <a:extLst>
              <a:ext uri="{FF2B5EF4-FFF2-40B4-BE49-F238E27FC236}">
                <a16:creationId xmlns:a16="http://schemas.microsoft.com/office/drawing/2014/main" xmlns="" id="{1CE840E8-D596-479D-AE97-E88F42DC1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sp>
        <p:nvSpPr>
          <p:cNvPr id="24" name="内容占位符 3">
            <a:extLst>
              <a:ext uri="{FF2B5EF4-FFF2-40B4-BE49-F238E27FC236}">
                <a16:creationId xmlns:a16="http://schemas.microsoft.com/office/drawing/2014/main" xmlns="" id="{B9A68D25-B19E-4E84-B65D-596EE8382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678" y="2505075"/>
            <a:ext cx="5391749" cy="3684588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1860695037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长方形 3">
            <a:extLst>
              <a:ext uri="{FF2B5EF4-FFF2-40B4-BE49-F238E27FC236}">
                <a16:creationId xmlns:a16="http://schemas.microsoft.com/office/drawing/2014/main" xmlns="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直角三角形 10">
            <a:extLst>
              <a:ext uri="{FF2B5EF4-FFF2-40B4-BE49-F238E27FC236}">
                <a16:creationId xmlns:a16="http://schemas.microsoft.com/office/drawing/2014/main" xmlns="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16" name="直接连接符​​(S) 15">
            <a:extLst>
              <a:ext uri="{FF2B5EF4-FFF2-40B4-BE49-F238E27FC236}">
                <a16:creationId xmlns:a16="http://schemas.microsoft.com/office/drawing/2014/main" xmlns="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​​(S) 17">
            <a:extLst>
              <a:ext uri="{FF2B5EF4-FFF2-40B4-BE49-F238E27FC236}">
                <a16:creationId xmlns:a16="http://schemas.microsoft.com/office/drawing/2014/main" xmlns="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cxnSp>
        <p:nvCxnSpPr>
          <p:cNvPr id="9" name="直接连接符​​(S) 8">
            <a:extLst>
              <a:ext uri="{FF2B5EF4-FFF2-40B4-BE49-F238E27FC236}">
                <a16:creationId xmlns:a16="http://schemas.microsoft.com/office/drawing/2014/main" xmlns="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占位符 3">
            <a:extLst>
              <a:ext uri="{FF2B5EF4-FFF2-40B4-BE49-F238E27FC236}">
                <a16:creationId xmlns:a16="http://schemas.microsoft.com/office/drawing/2014/main" xmlns="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xmlns="" id="{C9A1E80C-1A76-4D3E-92A1-84686686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316" y="2290713"/>
            <a:ext cx="5803672" cy="4341862"/>
          </a:xfrm>
          <a:prstGeom prst="rect">
            <a:avLst/>
          </a:prstGeom>
        </p:spPr>
        <p:txBody>
          <a:bodyPr rtlCol="0"/>
          <a:lstStyle>
            <a:lvl1pPr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1700659753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长方形 3">
            <a:extLst>
              <a:ext uri="{FF2B5EF4-FFF2-40B4-BE49-F238E27FC236}">
                <a16:creationId xmlns:a16="http://schemas.microsoft.com/office/drawing/2014/main" xmlns="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直角三角形 10">
            <a:extLst>
              <a:ext uri="{FF2B5EF4-FFF2-40B4-BE49-F238E27FC236}">
                <a16:creationId xmlns:a16="http://schemas.microsoft.com/office/drawing/2014/main" xmlns="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16" name="直接连接符​​(S) 15">
            <a:extLst>
              <a:ext uri="{FF2B5EF4-FFF2-40B4-BE49-F238E27FC236}">
                <a16:creationId xmlns:a16="http://schemas.microsoft.com/office/drawing/2014/main" xmlns="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​​(S) 17">
            <a:extLst>
              <a:ext uri="{FF2B5EF4-FFF2-40B4-BE49-F238E27FC236}">
                <a16:creationId xmlns:a16="http://schemas.microsoft.com/office/drawing/2014/main" xmlns="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cxnSp>
        <p:nvCxnSpPr>
          <p:cNvPr id="9" name="直接连接符​​(S) 8">
            <a:extLst>
              <a:ext uri="{FF2B5EF4-FFF2-40B4-BE49-F238E27FC236}">
                <a16:creationId xmlns:a16="http://schemas.microsoft.com/office/drawing/2014/main" xmlns="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占位符 3">
            <a:extLst>
              <a:ext uri="{FF2B5EF4-FFF2-40B4-BE49-F238E27FC236}">
                <a16:creationId xmlns:a16="http://schemas.microsoft.com/office/drawing/2014/main" xmlns="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</p:txBody>
      </p:sp>
      <p:sp>
        <p:nvSpPr>
          <p:cNvPr id="12" name="图片占位符 2">
            <a:extLst>
              <a:ext uri="{FF2B5EF4-FFF2-40B4-BE49-F238E27FC236}">
                <a16:creationId xmlns:a16="http://schemas.microsoft.com/office/drawing/2014/main" xmlns="" id="{22728E0A-430E-4C6A-BF56-06FA8510F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49970" y="2271860"/>
            <a:ext cx="5715017" cy="436071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3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 noProof="0" smtClean="0"/>
              <a:t>单击图标添加图片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3390840366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长方形 24">
            <a:extLst>
              <a:ext uri="{FF2B5EF4-FFF2-40B4-BE49-F238E27FC236}">
                <a16:creationId xmlns:a16="http://schemas.microsoft.com/office/drawing/2014/main" xmlns="" id="{37A5C384-78D0-4088-9411-AB6790574770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xmlns="" id="{CC52C5C1-EC33-44C1-9D54-A1058BBF1812}"/>
              </a:ext>
            </a:extLst>
          </p:cNvPr>
          <p:cNvSpPr txBox="1"/>
          <p:nvPr userDrawn="1"/>
        </p:nvSpPr>
        <p:spPr>
          <a:xfrm>
            <a:off x="11072378" y="235732"/>
            <a:ext cx="73289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US" altLang="zh-CN" sz="3400" b="1" noProof="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</a:t>
            </a:r>
          </a:p>
        </p:txBody>
      </p:sp>
      <p:grpSp>
        <p:nvGrpSpPr>
          <p:cNvPr id="26" name="组 25">
            <a:extLst>
              <a:ext uri="{FF2B5EF4-FFF2-40B4-BE49-F238E27FC236}">
                <a16:creationId xmlns:a16="http://schemas.microsoft.com/office/drawing/2014/main" xmlns="" id="{8A0030CD-8C9E-4AA5-8C5D-F9B2EDB7E17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斜纹 26">
              <a:extLst>
                <a:ext uri="{FF2B5EF4-FFF2-40B4-BE49-F238E27FC236}">
                  <a16:creationId xmlns:a16="http://schemas.microsoft.com/office/drawing/2014/main" xmlns="" id="{872EE65E-EE50-4A3E-861E-1D6C241CB8EA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cxnSp>
          <p:nvCxnSpPr>
            <p:cNvPr id="28" name="直接连接符​​(S) 27">
              <a:extLst>
                <a:ext uri="{FF2B5EF4-FFF2-40B4-BE49-F238E27FC236}">
                  <a16:creationId xmlns:a16="http://schemas.microsoft.com/office/drawing/2014/main" xmlns="" id="{E76AD1EF-E06C-4D3C-9693-26844D01C83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平行四边形 28">
              <a:extLst>
                <a:ext uri="{FF2B5EF4-FFF2-40B4-BE49-F238E27FC236}">
                  <a16:creationId xmlns:a16="http://schemas.microsoft.com/office/drawing/2014/main" xmlns="" id="{57D44C42-44C0-420A-A125-9B1A979D4F56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30" name="平行四边形 29">
            <a:extLst>
              <a:ext uri="{FF2B5EF4-FFF2-40B4-BE49-F238E27FC236}">
                <a16:creationId xmlns:a16="http://schemas.microsoft.com/office/drawing/2014/main" xmlns="" id="{406089BB-36DC-4E23-B215-527A8A18FCF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xmlns="" id="{578C43A6-50C6-704E-BADC-6D83BADE73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ED91439B-965F-3548-AF77-89501B24F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699F50C-BE38-4BD0-BA84-9B090E1F2B9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3419906843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长方形 18">
            <a:extLst>
              <a:ext uri="{FF2B5EF4-FFF2-40B4-BE49-F238E27FC236}">
                <a16:creationId xmlns:a16="http://schemas.microsoft.com/office/drawing/2014/main" xmlns="" id="{85BB0367-1AFD-4191-AB6F-E9815D136F6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xmlns="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73289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US" altLang="zh-CN" sz="3400" b="1" noProof="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</a:t>
            </a:r>
          </a:p>
        </p:txBody>
      </p:sp>
      <p:grpSp>
        <p:nvGrpSpPr>
          <p:cNvPr id="27" name="组 26">
            <a:extLst>
              <a:ext uri="{FF2B5EF4-FFF2-40B4-BE49-F238E27FC236}">
                <a16:creationId xmlns:a16="http://schemas.microsoft.com/office/drawing/2014/main" xmlns="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斜纹 27">
              <a:extLst>
                <a:ext uri="{FF2B5EF4-FFF2-40B4-BE49-F238E27FC236}">
                  <a16:creationId xmlns:a16="http://schemas.microsoft.com/office/drawing/2014/main" xmlns="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cxnSp>
          <p:nvCxnSpPr>
            <p:cNvPr id="29" name="直接连接符​​(S) 28">
              <a:extLst>
                <a:ext uri="{FF2B5EF4-FFF2-40B4-BE49-F238E27FC236}">
                  <a16:creationId xmlns:a16="http://schemas.microsoft.com/office/drawing/2014/main" xmlns="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平行四边形 29">
              <a:extLst>
                <a:ext uri="{FF2B5EF4-FFF2-40B4-BE49-F238E27FC236}">
                  <a16:creationId xmlns:a16="http://schemas.microsoft.com/office/drawing/2014/main" xmlns="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31" name="平行四边形 30">
            <a:extLst>
              <a:ext uri="{FF2B5EF4-FFF2-40B4-BE49-F238E27FC236}">
                <a16:creationId xmlns:a16="http://schemas.microsoft.com/office/drawing/2014/main" xmlns="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xmlns="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699F50C-BE38-4BD0-BA84-9B090E1F2B9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xmlns="" id="{64D604A2-C574-42DB-B0C4-99715CAA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8330184" cy="114796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658419099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布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EDAB3FE-9015-40FD-A870-D81B5A86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165891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BDB16155-303B-403D-8B49-D4CEE47D6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53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6B915EF5-4ABE-4759-AC09-679CD6083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971" y="6356350"/>
            <a:ext cx="7402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699F50C-BE38-4BD0-BA84-9B090E1F2B9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9" name="标题占位符 8">
            <a:extLst>
              <a:ext uri="{FF2B5EF4-FFF2-40B4-BE49-F238E27FC236}">
                <a16:creationId xmlns:a16="http://schemas.microsoft.com/office/drawing/2014/main" xmlns="" id="{AA2D2B61-D240-024D-AD60-4162EF15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10835122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xmlns="" val="156488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85" r:id="rId3"/>
    <p:sldLayoutId id="2147483706" r:id="rId4"/>
    <p:sldLayoutId id="2147483708" r:id="rId5"/>
    <p:sldLayoutId id="2147483704" r:id="rId6"/>
    <p:sldLayoutId id="2147483689" r:id="rId7"/>
    <p:sldLayoutId id="2147483668" r:id="rId8"/>
    <p:sldLayoutId id="2147483707" r:id="rId9"/>
    <p:sldLayoutId id="2147483710" r:id="rId10"/>
    <p:sldLayoutId id="2147483709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692" r:id="rId17"/>
    <p:sldLayoutId id="2147483697" r:id="rId18"/>
    <p:sldLayoutId id="2147483674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IN" sz="4400" b="1" kern="1200">
          <a:solidFill>
            <a:schemeClr val="accent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E7A40"/>
        </a:buClr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IN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o.microsoft.com/fwlink/?linkid=2006808&amp;clcid=0x409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o.microsoft.com/fwlink/?linkid=2006808&amp;clcid=0x409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o.microsoft.com/fwlink/?linkid=2006808&amp;clcid=0x409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o.microsoft.com/fwlink/?linkid=2006808&amp;clcid=0x409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go.microsoft.com/fwlink/?linkid=2006808&amp;clcid=0x409" TargetMode="Externa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o.microsoft.com/fwlink/?linkid=2006808&amp;clcid=0x409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o.microsoft.com/fwlink/?linkid=2006808&amp;clcid=0x409" TargetMode="Externa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o.microsoft.com/fwlink/?linkid=2006808&amp;clcid=0x409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占位符 16">
            <a:extLst>
              <a:ext uri="{FF2B5EF4-FFF2-40B4-BE49-F238E27FC236}">
                <a16:creationId xmlns:a16="http://schemas.microsoft.com/office/drawing/2014/main" xmlns="" id="{257F6BCE-75BB-4ECD-BEA5-21C36A9CC0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0743" r="20743"/>
          <a:stretch>
            <a:fillRect/>
          </a:stretch>
        </p:blipFill>
        <p:spPr/>
      </p:pic>
      <p:sp>
        <p:nvSpPr>
          <p:cNvPr id="18" name="六边形 17" descr="醒目图像中间的深色实心六边形">
            <a:extLst>
              <a:ext uri="{FF2B5EF4-FFF2-40B4-BE49-F238E27FC236}">
                <a16:creationId xmlns:a16="http://schemas.microsoft.com/office/drawing/2014/main" xmlns="" id="{0E6B042D-E9CB-40E0-AAE9-6AD11F53E044}"/>
              </a:ext>
            </a:extLst>
          </p:cNvPr>
          <p:cNvSpPr/>
          <p:nvPr/>
        </p:nvSpPr>
        <p:spPr>
          <a:xfrm rot="16200000">
            <a:off x="2679702" y="2388914"/>
            <a:ext cx="2412998" cy="2080172"/>
          </a:xfrm>
          <a:prstGeom prst="hexagon">
            <a:avLst/>
          </a:prstGeom>
          <a:solidFill>
            <a:srgbClr val="001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D638ACE-163E-40EB-A458-E794C67EA2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ja-JP" altLang="en-US" dirty="0"/>
              <a:t>カタログ</a:t>
            </a:r>
            <a:endParaRPr lang="zh-CN" altLang="en-US" b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5C9205DF-8F5E-49F7-B00E-6F58293F51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r>
              <a:rPr lang="ja-JP" altLang="en-US" dirty="0"/>
              <a:t>コイル加工センタ</a:t>
            </a:r>
            <a:r>
              <a:rPr lang="ja-JP" altLang="en-US" dirty="0" smtClean="0"/>
              <a:t>ー関係商品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026" name="Picture 2" descr="p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57538" y="3106736"/>
            <a:ext cx="1457325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980699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xmlns="" id="{1ABE11BF-33A5-4653-A144-CCCBACF5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378" y="1532585"/>
            <a:ext cx="6365259" cy="924089"/>
          </a:xfrm>
        </p:spPr>
        <p:txBody>
          <a:bodyPr rtlCol="0"/>
          <a:lstStyle/>
          <a:p>
            <a:r>
              <a:rPr lang="ja-JP" altLang="en-US" dirty="0"/>
              <a:t>私たちについて</a:t>
            </a:r>
            <a:endParaRPr lang="zh-CN" altLang="en-US" b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xmlns="" id="{53469036-D1FB-4164-96AE-B6D8CECCFC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LOREM IPSUM DOLOR SIT AMET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xmlns="" id="{2482DBEC-EE72-4155-ACC5-87E80C560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5802920" cy="3226810"/>
          </a:xfrm>
        </p:spPr>
        <p:txBody>
          <a:bodyPr rtlCol="0">
            <a:noAutofit/>
          </a:bodyPr>
          <a:lstStyle/>
          <a:p>
            <a:r>
              <a:rPr lang="zh-TW" altLang="zh-CN" sz="2000" b="1" dirty="0"/>
              <a:t>深圳市普耐斯機電設備</a:t>
            </a:r>
            <a:r>
              <a:rPr lang="zh-TW" altLang="zh-CN" sz="2000" b="1" dirty="0" smtClean="0"/>
              <a:t>有限公司</a:t>
            </a:r>
            <a:endParaRPr lang="en-US" altLang="zh-TW" sz="2000" b="1" dirty="0" smtClean="0"/>
          </a:p>
          <a:p>
            <a:r>
              <a:rPr lang="zh-CN" altLang="zh-CN" sz="2000" dirty="0"/>
              <a:t>广东省</a:t>
            </a:r>
            <a:r>
              <a:rPr lang="zh-TW" altLang="zh-CN" sz="2000" dirty="0"/>
              <a:t>深圳南山區南</a:t>
            </a:r>
            <a:r>
              <a:rPr lang="zh-CN" altLang="zh-CN" sz="2000" dirty="0"/>
              <a:t>山大道南园枫叶</a:t>
            </a:r>
            <a:r>
              <a:rPr lang="zh-TW" altLang="zh-CN" sz="2000" dirty="0"/>
              <a:t>大</a:t>
            </a:r>
            <a:r>
              <a:rPr lang="zh-CN" altLang="zh-CN" sz="2000" dirty="0"/>
              <a:t>厦</a:t>
            </a:r>
            <a:r>
              <a:rPr lang="en-US" altLang="zh-CN" sz="2000" dirty="0"/>
              <a:t>15B</a:t>
            </a:r>
            <a:r>
              <a:rPr lang="zh-CN" altLang="zh-CN" sz="2000" dirty="0" smtClean="0"/>
              <a:t>室</a:t>
            </a:r>
            <a:endParaRPr lang="en-US" altLang="zh-CN" sz="2000" dirty="0" smtClean="0"/>
          </a:p>
          <a:p>
            <a:r>
              <a:rPr lang="en-US" altLang="zh-CN" sz="2000" dirty="0"/>
              <a:t>TEL: (0755)26443680  FAX: (0755)26443750</a:t>
            </a:r>
            <a:endParaRPr lang="zh-CN" altLang="zh-CN" sz="2000" dirty="0"/>
          </a:p>
          <a:p>
            <a:r>
              <a:rPr lang="en-US" altLang="zh-CN" sz="2000" dirty="0"/>
              <a:t>E-mail</a:t>
            </a:r>
            <a:r>
              <a:rPr lang="zh-CN" altLang="zh-CN" sz="2000" dirty="0"/>
              <a:t>：</a:t>
            </a:r>
            <a:r>
              <a:rPr lang="en-US" altLang="zh-CN" sz="2000" dirty="0"/>
              <a:t>polish@szpolish.cn</a:t>
            </a:r>
            <a:endParaRPr lang="zh-CN" altLang="zh-CN" sz="2000" dirty="0"/>
          </a:p>
          <a:p>
            <a:pPr marL="0" indent="0">
              <a:buNone/>
            </a:pPr>
            <a:endParaRPr lang="zh-CN" altLang="zh-CN" sz="2000" dirty="0"/>
          </a:p>
          <a:p>
            <a:endParaRPr lang="zh-CN" altLang="zh-CN" sz="2000" dirty="0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xmlns="" id="{47F4D2C2-B71A-4089-A3FE-603C32706CA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添加页脚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xmlns="" id="{FBA1BB58-7555-4382-B178-7ED04E137E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pPr rtl="0"/>
              <a:t>2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sz="quarter" idx="10"/>
          </p:nvPr>
        </p:nvSpPr>
        <p:spPr>
          <a:xfrm>
            <a:off x="6604000" y="1"/>
            <a:ext cx="5463504" cy="6542468"/>
          </a:xfrm>
        </p:spPr>
      </p:sp>
      <p:pic>
        <p:nvPicPr>
          <p:cNvPr id="10" name="图片占位符 12">
            <a:extLst>
              <a:ext uri="{FF2B5EF4-FFF2-40B4-BE49-F238E27FC236}">
                <a16:creationId xmlns:a16="http://schemas.microsoft.com/office/drawing/2014/main" xmlns="" id="{066FE296-3466-420F-AD6C-D3A37B973B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313" r="23313"/>
          <a:stretch/>
        </p:blipFill>
        <p:spPr>
          <a:xfrm>
            <a:off x="6527147" y="1"/>
            <a:ext cx="5540358" cy="6745539"/>
          </a:xfrm>
          <a:custGeom>
            <a:avLst/>
            <a:gdLst>
              <a:gd name="connsiteX0" fmla="*/ 3876237 w 5588000"/>
              <a:gd name="connsiteY0" fmla="*/ 5431883 h 6872249"/>
              <a:gd name="connsiteX1" fmla="*/ 4953000 w 5588000"/>
              <a:gd name="connsiteY1" fmla="*/ 5431883 h 6872249"/>
              <a:gd name="connsiteX2" fmla="*/ 3769163 w 5588000"/>
              <a:gd name="connsiteY2" fmla="*/ 6872249 h 6872249"/>
              <a:gd name="connsiteX3" fmla="*/ 2692400 w 5588000"/>
              <a:gd name="connsiteY3" fmla="*/ 6872249 h 6872249"/>
              <a:gd name="connsiteX4" fmla="*/ 2479230 w 5588000"/>
              <a:gd name="connsiteY4" fmla="*/ 2870200 h 6872249"/>
              <a:gd name="connsiteX5" fmla="*/ 3175000 w 5588000"/>
              <a:gd name="connsiteY5" fmla="*/ 2870200 h 6872249"/>
              <a:gd name="connsiteX6" fmla="*/ 1965770 w 5588000"/>
              <a:gd name="connsiteY6" fmla="*/ 4310566 h 6872249"/>
              <a:gd name="connsiteX7" fmla="*/ 1270000 w 5588000"/>
              <a:gd name="connsiteY7" fmla="*/ 4310566 h 6872249"/>
              <a:gd name="connsiteX8" fmla="*/ 5575300 w 5588000"/>
              <a:gd name="connsiteY8" fmla="*/ 139700 h 6872249"/>
              <a:gd name="connsiteX9" fmla="*/ 5575300 w 5588000"/>
              <a:gd name="connsiteY9" fmla="*/ 3238583 h 6872249"/>
              <a:gd name="connsiteX10" fmla="*/ 2571663 w 5588000"/>
              <a:gd name="connsiteY10" fmla="*/ 6858000 h 6872249"/>
              <a:gd name="connsiteX11" fmla="*/ 0 w 5588000"/>
              <a:gd name="connsiteY11" fmla="*/ 6858000 h 6872249"/>
              <a:gd name="connsiteX12" fmla="*/ 4256761 w 5588000"/>
              <a:gd name="connsiteY12" fmla="*/ 0 h 6872249"/>
              <a:gd name="connsiteX13" fmla="*/ 5588000 w 5588000"/>
              <a:gd name="connsiteY13" fmla="*/ 0 h 6872249"/>
              <a:gd name="connsiteX14" fmla="*/ 3274339 w 5588000"/>
              <a:gd name="connsiteY14" fmla="*/ 2755900 h 6872249"/>
              <a:gd name="connsiteX15" fmla="*/ 1943100 w 5588000"/>
              <a:gd name="connsiteY15" fmla="*/ 2755900 h 687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88000" h="6872249">
                <a:moveTo>
                  <a:pt x="3876237" y="5431883"/>
                </a:moveTo>
                <a:lnTo>
                  <a:pt x="4953000" y="5431883"/>
                </a:lnTo>
                <a:lnTo>
                  <a:pt x="3769163" y="6872249"/>
                </a:lnTo>
                <a:lnTo>
                  <a:pt x="2692400" y="6872249"/>
                </a:lnTo>
                <a:close/>
                <a:moveTo>
                  <a:pt x="2479230" y="2870200"/>
                </a:moveTo>
                <a:lnTo>
                  <a:pt x="3175000" y="2870200"/>
                </a:lnTo>
                <a:lnTo>
                  <a:pt x="1965770" y="4310566"/>
                </a:lnTo>
                <a:lnTo>
                  <a:pt x="1270000" y="4310566"/>
                </a:lnTo>
                <a:close/>
                <a:moveTo>
                  <a:pt x="5575300" y="139700"/>
                </a:moveTo>
                <a:lnTo>
                  <a:pt x="5575300" y="3238583"/>
                </a:lnTo>
                <a:lnTo>
                  <a:pt x="2571663" y="6858000"/>
                </a:lnTo>
                <a:lnTo>
                  <a:pt x="0" y="6858000"/>
                </a:lnTo>
                <a:close/>
                <a:moveTo>
                  <a:pt x="4256761" y="0"/>
                </a:moveTo>
                <a:lnTo>
                  <a:pt x="5588000" y="0"/>
                </a:lnTo>
                <a:lnTo>
                  <a:pt x="3274339" y="2755900"/>
                </a:lnTo>
                <a:lnTo>
                  <a:pt x="1943100" y="2755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</p:pic>
    </p:spTree>
    <p:extLst>
      <p:ext uri="{BB962C8B-B14F-4D97-AF65-F5344CB8AC3E}">
        <p14:creationId xmlns:p14="http://schemas.microsoft.com/office/powerpoint/2010/main" xmlns="" val="972005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xmlns="" id="{1ABE11BF-33A5-4653-A144-CCCBACF5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ja-JP" altLang="en-US" dirty="0"/>
              <a:t>私たちについて</a:t>
            </a:r>
            <a:endParaRPr lang="zh-CN" altLang="en-US" b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xmlns="" id="{53469036-D1FB-4164-96AE-B6D8CECCFC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LOREM IPSUM DOLOR SIT AMET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xmlns="" id="{2482DBEC-EE72-4155-ACC5-87E80C560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5802920" cy="3226810"/>
          </a:xfrm>
        </p:spPr>
        <p:txBody>
          <a:bodyPr rtlCol="0">
            <a:noAutofit/>
          </a:bodyPr>
          <a:lstStyle/>
          <a:p>
            <a:pPr lvl="0">
              <a:lnSpc>
                <a:spcPct val="100000"/>
              </a:lnSpc>
            </a:pPr>
            <a:r>
              <a:rPr lang="ja-JP" altLang="en-US" sz="2000" dirty="0"/>
              <a:t>当社</a:t>
            </a:r>
            <a:r>
              <a:rPr lang="ja-JP" altLang="en-US" sz="2000" dirty="0" smtClean="0"/>
              <a:t>は</a:t>
            </a:r>
            <a:r>
              <a:rPr lang="en-US" altLang="ja-JP" sz="2000" dirty="0" smtClean="0"/>
              <a:t>2005</a:t>
            </a:r>
            <a:r>
              <a:rPr lang="ja-JP" altLang="en-US" sz="2000" dirty="0" smtClean="0"/>
              <a:t>年創</a:t>
            </a:r>
            <a:r>
              <a:rPr lang="ja-JP" altLang="en-US" sz="2000" dirty="0"/>
              <a:t>設</a:t>
            </a:r>
            <a:r>
              <a:rPr lang="ja-JP" altLang="en-US" sz="2000" dirty="0" smtClean="0"/>
              <a:t>されました。</a:t>
            </a:r>
            <a:endParaRPr lang="en-US" altLang="ja-JP" sz="2000" dirty="0" smtClean="0"/>
          </a:p>
          <a:p>
            <a:pPr lvl="0">
              <a:lnSpc>
                <a:spcPct val="100000"/>
              </a:lnSpc>
            </a:pPr>
            <a:r>
              <a:rPr lang="ja-JP" altLang="en-US" sz="2000" dirty="0" smtClean="0"/>
              <a:t>コイル加工センタ</a:t>
            </a:r>
            <a:r>
              <a:rPr lang="en-US" altLang="ja-JP" sz="2000" dirty="0" smtClean="0"/>
              <a:t>-</a:t>
            </a:r>
            <a:r>
              <a:rPr lang="ja-JP" altLang="en-US" sz="2000" dirty="0" smtClean="0"/>
              <a:t>のために専</a:t>
            </a:r>
            <a:r>
              <a:rPr lang="ja-JP" altLang="en-US" sz="2000" dirty="0"/>
              <a:t>門的なサービスを行う会社である</a:t>
            </a:r>
            <a:r>
              <a:rPr lang="ja-JP" altLang="en-US" sz="2000" dirty="0" smtClean="0"/>
              <a:t>。</a:t>
            </a:r>
            <a:endParaRPr lang="en-US" altLang="ja-JP" sz="2000" dirty="0" smtClean="0"/>
          </a:p>
          <a:p>
            <a:pPr lvl="0">
              <a:lnSpc>
                <a:spcPct val="100000"/>
              </a:lnSpc>
            </a:pPr>
            <a:r>
              <a:rPr lang="ja-JP" altLang="en-US" sz="2000" dirty="0" smtClean="0"/>
              <a:t>台湾栄華機械のスリッタ</a:t>
            </a:r>
            <a:r>
              <a:rPr lang="ja-JP" altLang="en-US" sz="2000" dirty="0"/>
              <a:t>ー</a:t>
            </a:r>
            <a:r>
              <a:rPr lang="ja-JP" altLang="en-US" sz="2000" dirty="0" smtClean="0"/>
              <a:t>ライン、レベラーラインを</a:t>
            </a:r>
            <a:r>
              <a:rPr lang="ja-JP" altLang="en-US" sz="2000" dirty="0"/>
              <a:t>販売</a:t>
            </a:r>
            <a:r>
              <a:rPr lang="ja-JP" altLang="en-US" sz="2000" dirty="0" smtClean="0"/>
              <a:t>代理。</a:t>
            </a:r>
            <a:endParaRPr lang="en-US" altLang="ja-JP" sz="2000" dirty="0" smtClean="0"/>
          </a:p>
          <a:p>
            <a:pPr lvl="0">
              <a:lnSpc>
                <a:spcPct val="100000"/>
              </a:lnSpc>
            </a:pPr>
            <a:r>
              <a:rPr lang="ja-JP" altLang="en-US" sz="2000" dirty="0" smtClean="0"/>
              <a:t>コイル加工センタ</a:t>
            </a:r>
            <a:r>
              <a:rPr lang="en-US" altLang="ja-JP" sz="2000" dirty="0" smtClean="0"/>
              <a:t>-</a:t>
            </a:r>
            <a:r>
              <a:rPr lang="ja-JP" altLang="en-US" sz="2000" dirty="0" smtClean="0"/>
              <a:t>周</a:t>
            </a:r>
            <a:r>
              <a:rPr lang="ja-JP" altLang="en-US" sz="2000" dirty="0"/>
              <a:t>辺機器の設計・製</a:t>
            </a:r>
            <a:r>
              <a:rPr lang="ja-JP" altLang="en-US" sz="2000" dirty="0" smtClean="0"/>
              <a:t>造。</a:t>
            </a:r>
            <a:endParaRPr lang="en-US" altLang="ja-JP" sz="2000" dirty="0" smtClean="0"/>
          </a:p>
          <a:p>
            <a:pPr lvl="0">
              <a:lnSpc>
                <a:spcPct val="100000"/>
              </a:lnSpc>
            </a:pPr>
            <a:r>
              <a:rPr lang="ja-JP" altLang="en-US" sz="2000" dirty="0" smtClean="0"/>
              <a:t>コイル加工センタ</a:t>
            </a:r>
            <a:r>
              <a:rPr lang="en-US" altLang="ja-JP" sz="2000" dirty="0"/>
              <a:t>-</a:t>
            </a:r>
            <a:r>
              <a:rPr lang="ja-JP" altLang="en-US" sz="2000" dirty="0"/>
              <a:t>関</a:t>
            </a:r>
            <a:r>
              <a:rPr lang="ja-JP" altLang="en-US" sz="2000" dirty="0" smtClean="0"/>
              <a:t>係副資材の販売。</a:t>
            </a:r>
            <a:endParaRPr lang="en-US" altLang="ja-JP" sz="2000" dirty="0" smtClean="0"/>
          </a:p>
          <a:p>
            <a:pPr lvl="0">
              <a:lnSpc>
                <a:spcPct val="100000"/>
              </a:lnSpc>
            </a:pPr>
            <a:endParaRPr lang="zh-CN" altLang="en-US" sz="2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3" name="图片占位符 12">
            <a:extLst>
              <a:ext uri="{FF2B5EF4-FFF2-40B4-BE49-F238E27FC236}">
                <a16:creationId xmlns:a16="http://schemas.microsoft.com/office/drawing/2014/main" xmlns="" id="{066FE296-3466-420F-AD6C-D3A37B973B7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23313" r="23313"/>
          <a:stretch/>
        </p:blipFill>
        <p:spPr>
          <a:xfrm>
            <a:off x="6604000" y="0"/>
            <a:ext cx="5588000" cy="6872249"/>
          </a:xfrm>
        </p:spPr>
      </p:pic>
      <p:sp>
        <p:nvSpPr>
          <p:cNvPr id="11" name="页脚占位符 10">
            <a:extLst>
              <a:ext uri="{FF2B5EF4-FFF2-40B4-BE49-F238E27FC236}">
                <a16:creationId xmlns:a16="http://schemas.microsoft.com/office/drawing/2014/main" xmlns="" id="{47F4D2C2-B71A-4089-A3FE-603C32706CA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添加页脚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xmlns="" id="{FBA1BB58-7555-4382-B178-7ED04E137E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pPr rtl="0"/>
              <a:t>3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1364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xmlns="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360" y="386366"/>
            <a:ext cx="8026454" cy="1313644"/>
          </a:xfrm>
        </p:spPr>
        <p:txBody>
          <a:bodyPr rtlCol="0">
            <a:normAutofit/>
          </a:bodyPr>
          <a:lstStyle/>
          <a:p>
            <a:r>
              <a:rPr lang="ja-JP" altLang="en-US" sz="3600" dirty="0"/>
              <a:t>スリッターナイフ</a:t>
            </a:r>
            <a:br>
              <a:rPr lang="ja-JP" altLang="en-US" sz="3600" dirty="0"/>
            </a:br>
            <a:r>
              <a:rPr lang="en-US" altLang="zh-CN" sz="3600" dirty="0" smtClean="0"/>
              <a:t>CUTTER </a:t>
            </a:r>
            <a:r>
              <a:rPr lang="en-US" altLang="zh-CN" sz="3600" dirty="0"/>
              <a:t>TOR SLITTING MACHINE</a:t>
            </a:r>
            <a:endParaRPr lang="zh-CN" altLang="en-US" sz="3600" dirty="0"/>
          </a:p>
        </p:txBody>
      </p:sp>
      <p:sp>
        <p:nvSpPr>
          <p:cNvPr id="8" name="文本框 7">
            <a:hlinkClick r:id="rId3"/>
            <a:extLst>
              <a:ext uri="{FF2B5EF4-FFF2-40B4-BE49-F238E27FC236}">
                <a16:creationId xmlns:a16="http://schemas.microsoft.com/office/drawing/2014/main" xmlns="" id="{5FC6C278-4035-446A-A94B-030E792FDDF5}"/>
              </a:ext>
            </a:extLst>
          </p:cNvPr>
          <p:cNvSpPr txBox="1"/>
          <p:nvPr/>
        </p:nvSpPr>
        <p:spPr>
          <a:xfrm>
            <a:off x="4915639" y="4330988"/>
            <a:ext cx="64564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ja-JP" altLang="en-US" b="1" kern="1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製品紹介</a:t>
            </a:r>
            <a:endParaRPr lang="en-US" altLang="ja-JP" b="1" kern="100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algn="just">
              <a:lnSpc>
                <a:spcPct val="150000"/>
              </a:lnSpc>
            </a:pP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ja-JP" altLang="en-US" b="1" kern="1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代理台湾「道徳」</a:t>
            </a:r>
            <a:r>
              <a:rPr lang="ja-JP" altLang="en-US" b="1" kern="1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ブランドのナイフ。</a:t>
            </a:r>
            <a:endParaRPr lang="en-US" altLang="ja-JP" b="1" kern="100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algn="just">
              <a:lnSpc>
                <a:spcPct val="150000"/>
              </a:lnSpc>
            </a:pP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ja-JP" altLang="en-US" b="1" kern="1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メ</a:t>
            </a:r>
            <a:r>
              <a:rPr lang="ja-JP" altLang="en-US" b="1" kern="1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ーカーは</a:t>
            </a:r>
            <a:r>
              <a:rPr lang="en-US" altLang="ja-JP" b="1" kern="1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50</a:t>
            </a:r>
            <a:r>
              <a:rPr lang="ja-JP" altLang="en-US" b="1" kern="1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年の製造経験</a:t>
            </a:r>
            <a:r>
              <a:rPr lang="ja-JP" altLang="en-US" b="1" kern="1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がある。</a:t>
            </a:r>
            <a:endParaRPr lang="zh-CN" altLang="en-US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製品は高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品質・高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精密、</a:t>
            </a:r>
            <a:r>
              <a:rPr lang="ja-JP" altLang="en-US" b="1" kern="1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寿命</a:t>
            </a:r>
            <a:r>
              <a:rPr lang="ja-JP" altLang="en-US" b="1" kern="1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が長い</a:t>
            </a:r>
            <a:r>
              <a:rPr lang="ja-JP" altLang="en-US" b="1" kern="1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。</a:t>
            </a:r>
            <a:endParaRPr lang="zh-CN" altLang="en-US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3992BF91-1CA4-4DA0-9289-475AF6F14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pPr rtl="0"/>
              <a:t>4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文本框 8">
            <a:hlinkClick r:id="rId3"/>
            <a:extLst>
              <a:ext uri="{FF2B5EF4-FFF2-40B4-BE49-F238E27FC236}">
                <a16:creationId xmlns:a16="http://schemas.microsoft.com/office/drawing/2014/main" xmlns="" id="{5FC6C278-4035-446A-A94B-030E792FDDF5}"/>
              </a:ext>
            </a:extLst>
          </p:cNvPr>
          <p:cNvSpPr txBox="1"/>
          <p:nvPr/>
        </p:nvSpPr>
        <p:spPr>
          <a:xfrm>
            <a:off x="4915639" y="2475341"/>
            <a:ext cx="42541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主なお取引先様</a:t>
            </a:r>
          </a:p>
          <a:p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■東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莞川電・広州川電</a:t>
            </a:r>
            <a:endParaRPr lang="zh-CN" altLang="zh-CN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■東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莞住金・</a:t>
            </a:r>
            <a:r>
              <a:rPr lang="zh-CN" altLang="en-US" b="1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上海芸</a:t>
            </a:r>
            <a:r>
              <a:rPr lang="zh-CN" altLang="en-US" b="1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友</a:t>
            </a:r>
            <a:r>
              <a:rPr lang="ja-JP" altLang="en-US" b="1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・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深日鋼材</a:t>
            </a:r>
            <a:endParaRPr lang="en-US" altLang="ja-JP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東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莞阪和鋼板</a:t>
            </a:r>
            <a:endParaRPr lang="zh-CN" altLang="en-US" u="sng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10" y="2463796"/>
            <a:ext cx="2658218" cy="373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9582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 smtClean="0"/>
              <a:t>添加页脚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altLang="zh-CN" smtClean="0"/>
              <a:pPr/>
              <a:t>5</a:t>
            </a:fld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92921" y="463545"/>
            <a:ext cx="8330184" cy="1147968"/>
          </a:xfrm>
        </p:spPr>
        <p:txBody>
          <a:bodyPr>
            <a:noAutofit/>
          </a:bodyPr>
          <a:lstStyle/>
          <a:p>
            <a:r>
              <a:rPr lang="en-US" altLang="zh-CN" sz="4000" dirty="0">
                <a:latin typeface="MS Gothic" panose="020B0609070205080204" pitchFamily="49" charset="-128"/>
                <a:ea typeface="MS Gothic" panose="020B0609070205080204" pitchFamily="49" charset="-128"/>
              </a:rPr>
              <a:t> </a:t>
            </a:r>
            <a:r>
              <a:rPr lang="zh-CN" altLang="zh-CN" sz="4000" dirty="0" smtClean="0">
                <a:latin typeface="MS Gothic" panose="020B0609070205080204" pitchFamily="49" charset="-128"/>
                <a:ea typeface="MS Gothic" panose="020B0609070205080204" pitchFamily="49" charset="-128"/>
              </a:rPr>
              <a:t/>
            </a:r>
            <a:br>
              <a:rPr lang="zh-CN" altLang="zh-CN" sz="4000" dirty="0" smtClean="0">
                <a:latin typeface="MS Gothic" panose="020B0609070205080204" pitchFamily="49" charset="-128"/>
                <a:ea typeface="MS Gothic" panose="020B0609070205080204" pitchFamily="49" charset="-128"/>
              </a:rPr>
            </a:br>
            <a:r>
              <a:rPr lang="ja-JP" altLang="en-US" sz="3600" dirty="0" smtClean="0">
                <a:latin typeface="MS Gothic" panose="020B0609070205080204" pitchFamily="49" charset="-128"/>
                <a:ea typeface="MS Gothic" panose="020B0609070205080204" pitchFamily="49" charset="-128"/>
              </a:rPr>
              <a:t>コイル転倒機</a:t>
            </a:r>
            <a:r>
              <a:rPr lang="ja-JP" altLang="en-US" sz="3600" dirty="0">
                <a:latin typeface="MS Gothic" panose="020B0609070205080204" pitchFamily="49" charset="-128"/>
                <a:ea typeface="MS Gothic" panose="020B0609070205080204" pitchFamily="49" charset="-128"/>
              </a:rPr>
              <a:t/>
            </a:r>
            <a:br>
              <a:rPr lang="ja-JP" altLang="en-US" sz="3600" dirty="0">
                <a:latin typeface="MS Gothic" panose="020B0609070205080204" pitchFamily="49" charset="-128"/>
                <a:ea typeface="MS Gothic" panose="020B0609070205080204" pitchFamily="49" charset="-128"/>
              </a:rPr>
            </a:br>
            <a:r>
              <a:rPr lang="en-US" altLang="zh-CN" sz="4000" dirty="0" smtClean="0">
                <a:latin typeface="MS Gothic" panose="020B0609070205080204" pitchFamily="49" charset="-128"/>
                <a:ea typeface="MS Gothic" panose="020B0609070205080204" pitchFamily="49" charset="-128"/>
              </a:rPr>
              <a:t>MECHANICAL </a:t>
            </a:r>
            <a:r>
              <a:rPr lang="en-US" altLang="zh-CN" sz="4000" dirty="0">
                <a:latin typeface="MS Gothic" panose="020B0609070205080204" pitchFamily="49" charset="-128"/>
                <a:ea typeface="MS Gothic" panose="020B0609070205080204" pitchFamily="49" charset="-128"/>
              </a:rPr>
              <a:t>COIL TURN TABLE </a:t>
            </a:r>
            <a:endParaRPr lang="zh-CN" altLang="en-US" sz="40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pic>
        <p:nvPicPr>
          <p:cNvPr id="2050" name="Picture 2" descr="翻倒机"/>
          <p:cNvPicPr>
            <a:picLocks noChangeAspect="1" noChangeArrowheads="1"/>
          </p:cNvPicPr>
          <p:nvPr/>
        </p:nvPicPr>
        <p:blipFill>
          <a:blip r:embed="rId2">
            <a:lum bright="-4000" contrast="2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2185" y="2172411"/>
            <a:ext cx="3727489" cy="3001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>
            <a:hlinkClick r:id="rId3"/>
            <a:extLst>
              <a:ext uri="{FF2B5EF4-FFF2-40B4-BE49-F238E27FC236}">
                <a16:creationId xmlns:a16="http://schemas.microsoft.com/office/drawing/2014/main" xmlns="" id="{5FC6C278-4035-446A-A94B-030E792FDDF5}"/>
              </a:ext>
            </a:extLst>
          </p:cNvPr>
          <p:cNvSpPr txBox="1"/>
          <p:nvPr/>
        </p:nvSpPr>
        <p:spPr>
          <a:xfrm>
            <a:off x="5055160" y="2172411"/>
            <a:ext cx="42541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主なお取引先様</a:t>
            </a:r>
          </a:p>
          <a:p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■東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莞川電</a:t>
            </a:r>
            <a:endParaRPr lang="zh-CN" altLang="zh-CN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■メキシコ阪和</a:t>
            </a:r>
            <a:endParaRPr lang="en-US" altLang="ja-JP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■武漢メダ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王</a:t>
            </a:r>
            <a:endParaRPr lang="en-US" altLang="ja-JP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zh-CN" altLang="en-US" u="sng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日本</a:t>
            </a:r>
            <a:r>
              <a:rPr lang="zh-CN" altLang="en-US" u="sng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広内工業</a:t>
            </a:r>
          </a:p>
        </p:txBody>
      </p:sp>
      <p:sp>
        <p:nvSpPr>
          <p:cNvPr id="11" name="文本框 10">
            <a:hlinkClick r:id="rId3"/>
            <a:extLst>
              <a:ext uri="{FF2B5EF4-FFF2-40B4-BE49-F238E27FC236}">
                <a16:creationId xmlns:a16="http://schemas.microsoft.com/office/drawing/2014/main" xmlns="" id="{5FC6C278-4035-446A-A94B-030E792FDDF5}"/>
              </a:ext>
            </a:extLst>
          </p:cNvPr>
          <p:cNvSpPr txBox="1"/>
          <p:nvPr/>
        </p:nvSpPr>
        <p:spPr>
          <a:xfrm>
            <a:off x="5055160" y="3803627"/>
            <a:ext cx="64153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ja-JP" altLang="en-US" b="1" kern="1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製品</a:t>
            </a:r>
            <a:r>
              <a:rPr lang="zh-CN" altLang="en-US" b="1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特長</a:t>
            </a:r>
            <a:endParaRPr lang="en-US" altLang="zh-CN" b="1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algn="just">
              <a:lnSpc>
                <a:spcPct val="150000"/>
              </a:lnSpc>
            </a:pP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摩擦ホイール式で、スペースを取らず、基礎を動かさない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。</a:t>
            </a:r>
            <a:endParaRPr lang="zh-CN" altLang="en-US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■安全プラグを採用し、設備操作の安全性を保証する。</a:t>
            </a:r>
            <a:endParaRPr lang="en-US" altLang="ja-JP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■能力：</a:t>
            </a:r>
            <a:r>
              <a:rPr lang="en-US" altLang="ja-JP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5TON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・</a:t>
            </a:r>
            <a:r>
              <a:rPr lang="en-US" altLang="ja-JP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10TON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。</a:t>
            </a:r>
            <a:endParaRPr lang="zh-CN" altLang="en-US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05554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 smtClean="0"/>
              <a:t>添加页脚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altLang="zh-CN" smtClean="0"/>
              <a:pPr/>
              <a:t>6</a:t>
            </a:fld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18678" y="372167"/>
            <a:ext cx="8330184" cy="1147968"/>
          </a:xfrm>
        </p:spPr>
        <p:txBody>
          <a:bodyPr>
            <a:normAutofit fontScale="90000"/>
          </a:bodyPr>
          <a:lstStyle/>
          <a:p>
            <a:r>
              <a:rPr lang="ja-JP" altLang="en-US" dirty="0" smtClean="0"/>
              <a:t>移動台車</a:t>
            </a:r>
            <a:r>
              <a:rPr lang="zh-CN" altLang="zh-CN" dirty="0"/>
              <a:t/>
            </a:r>
            <a:br>
              <a:rPr lang="zh-CN" altLang="zh-CN" dirty="0"/>
            </a:br>
            <a:r>
              <a:rPr lang="en-US" altLang="zh-CN" dirty="0"/>
              <a:t>MECHANICAL COIL CAR</a:t>
            </a:r>
            <a:endParaRPr lang="zh-CN" altLang="en-US" dirty="0"/>
          </a:p>
        </p:txBody>
      </p:sp>
      <p:pic>
        <p:nvPicPr>
          <p:cNvPr id="3074" name="Picture 2" descr="移动台车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6759" y="1880528"/>
            <a:ext cx="4252913" cy="32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>
            <a:hlinkClick r:id="rId3"/>
            <a:extLst>
              <a:ext uri="{FF2B5EF4-FFF2-40B4-BE49-F238E27FC236}">
                <a16:creationId xmlns:a16="http://schemas.microsoft.com/office/drawing/2014/main" xmlns="" id="{5FC6C278-4035-446A-A94B-030E792FDDF5}"/>
              </a:ext>
            </a:extLst>
          </p:cNvPr>
          <p:cNvSpPr txBox="1"/>
          <p:nvPr/>
        </p:nvSpPr>
        <p:spPr>
          <a:xfrm>
            <a:off x="5166014" y="1785766"/>
            <a:ext cx="56407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主なお取引先様</a:t>
            </a:r>
          </a:p>
          <a:p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東莞川電・広州川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電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・</a:t>
            </a:r>
            <a:endParaRPr lang="zh-CN" altLang="zh-CN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■東莞阪和鋼板・</a:t>
            </a:r>
            <a:r>
              <a:rPr lang="zh-CN" altLang="en-US" u="sng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日本広内工</a:t>
            </a:r>
            <a:r>
              <a:rPr lang="zh-CN" altLang="en-US" u="sng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業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・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メキシコ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阪和</a:t>
            </a:r>
            <a:endParaRPr lang="en-US" altLang="ja-JP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■深日鋼材</a:t>
            </a:r>
            <a:endParaRPr lang="zh-CN" altLang="zh-CN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武漢メダ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王</a:t>
            </a:r>
            <a:endParaRPr lang="en-US" altLang="ja-JP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zh-CN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江西</a:t>
            </a:r>
            <a:r>
              <a:rPr lang="en-US" altLang="zh-CN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Mabuchi</a:t>
            </a:r>
            <a:endParaRPr lang="zh-CN" altLang="en-US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786313" y="36512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文本框 10">
            <a:hlinkClick r:id="rId3"/>
            <a:extLst>
              <a:ext uri="{FF2B5EF4-FFF2-40B4-BE49-F238E27FC236}">
                <a16:creationId xmlns:a16="http://schemas.microsoft.com/office/drawing/2014/main" xmlns="" id="{5FC6C278-4035-446A-A94B-030E792FDDF5}"/>
              </a:ext>
            </a:extLst>
          </p:cNvPr>
          <p:cNvSpPr txBox="1"/>
          <p:nvPr/>
        </p:nvSpPr>
        <p:spPr>
          <a:xfrm>
            <a:off x="5166014" y="3697416"/>
            <a:ext cx="67211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ja-JP" altLang="en-US" b="1" kern="1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製品</a:t>
            </a:r>
            <a:r>
              <a:rPr lang="zh-CN" altLang="en-US" b="1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特長</a:t>
            </a:r>
            <a:endParaRPr lang="en-US" altLang="zh-CN" b="1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algn="just">
              <a:lnSpc>
                <a:spcPct val="150000"/>
              </a:lnSpc>
            </a:pP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移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動速度</a:t>
            </a:r>
            <a:r>
              <a:rPr lang="en-US" altLang="ja-JP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10 </a:t>
            </a:r>
            <a:r>
              <a:rPr lang="en-US" altLang="ja-JP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~ 20 </a:t>
            </a:r>
            <a:r>
              <a:rPr lang="en-US" altLang="ja-JP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M/min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。</a:t>
            </a:r>
            <a:endParaRPr lang="en-US" altLang="ja-JP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algn="just">
              <a:lnSpc>
                <a:spcPct val="150000"/>
              </a:lnSpc>
            </a:pP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■移動レールは地面の下に敷設され、地面の空間を占有せず、地面は通路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とすることができ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る</a:t>
            </a:r>
            <a:r>
              <a:rPr lang="zh-CN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。</a:t>
            </a:r>
            <a:endParaRPr lang="en-US" altLang="zh-CN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algn="just">
              <a:lnSpc>
                <a:spcPct val="150000"/>
              </a:lnSpc>
            </a:pP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■台車表面</a:t>
            </a:r>
            <a:r>
              <a:rPr lang="en-US" altLang="ja-JP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PU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ゴム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板ある、コイル表面の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傷を抑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える。</a:t>
            </a:r>
            <a:endParaRPr lang="en-US" altLang="ja-JP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algn="just">
              <a:lnSpc>
                <a:spcPct val="150000"/>
              </a:lnSpc>
            </a:pP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■ガイドボールなどの転倒防止装置の設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置</a:t>
            </a:r>
            <a:r>
              <a:rPr lang="zh-CN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。</a:t>
            </a:r>
            <a:endParaRPr lang="en-US" altLang="ja-JP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algn="just">
              <a:lnSpc>
                <a:spcPct val="150000"/>
              </a:lnSpc>
            </a:pP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■能力：</a:t>
            </a:r>
            <a:r>
              <a:rPr lang="en-US" altLang="zh-CN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10TON</a:t>
            </a:r>
            <a:r>
              <a:rPr lang="zh-CN" altLang="zh-CN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、</a:t>
            </a:r>
            <a:r>
              <a:rPr lang="en-US" altLang="zh-CN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20TON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。</a:t>
            </a:r>
            <a:endParaRPr lang="zh-CN" altLang="zh-CN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algn="just">
              <a:lnSpc>
                <a:spcPct val="150000"/>
              </a:lnSpc>
            </a:pPr>
            <a:endParaRPr lang="zh-CN" altLang="en-US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767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 smtClean="0"/>
              <a:t>添加页脚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altLang="zh-CN" smtClean="0"/>
              <a:pPr/>
              <a:t>7</a:t>
            </a:fld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18678" y="376455"/>
            <a:ext cx="8330184" cy="1147968"/>
          </a:xfrm>
        </p:spPr>
        <p:txBody>
          <a:bodyPr>
            <a:normAutofit/>
          </a:bodyPr>
          <a:lstStyle/>
          <a:p>
            <a:r>
              <a:rPr lang="ja-JP" altLang="en-US" sz="3600" dirty="0"/>
              <a:t>コイル</a:t>
            </a:r>
            <a:r>
              <a:rPr lang="zh-CN" altLang="en-US" sz="3600" dirty="0"/>
              <a:t>梱</a:t>
            </a:r>
            <a:r>
              <a:rPr lang="zh-CN" altLang="en-US" sz="3600" dirty="0" smtClean="0"/>
              <a:t>包</a:t>
            </a:r>
            <a:r>
              <a:rPr lang="ja-JP" altLang="en-US" sz="3600" dirty="0" smtClean="0"/>
              <a:t>機</a:t>
            </a:r>
            <a:r>
              <a:rPr lang="en-US" altLang="ja-JP" sz="3600" dirty="0" smtClean="0"/>
              <a:t/>
            </a:r>
            <a:br>
              <a:rPr lang="en-US" altLang="ja-JP" sz="3600" dirty="0" smtClean="0"/>
            </a:br>
            <a:r>
              <a:rPr lang="en-US" altLang="zh-CN" sz="3600" dirty="0" smtClean="0"/>
              <a:t>COIL </a:t>
            </a:r>
            <a:r>
              <a:rPr lang="en-US" altLang="zh-CN" sz="3600" dirty="0"/>
              <a:t>PACKING MACHINE </a:t>
            </a:r>
            <a:endParaRPr lang="zh-CN" altLang="en-US" sz="3600" dirty="0"/>
          </a:p>
        </p:txBody>
      </p:sp>
      <p:pic>
        <p:nvPicPr>
          <p:cNvPr id="1026" name="Picture 2" descr="微信图片_2023061716213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6192" y="2049304"/>
            <a:ext cx="3419475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>
            <a:hlinkClick r:id="rId3"/>
            <a:extLst>
              <a:ext uri="{FF2B5EF4-FFF2-40B4-BE49-F238E27FC236}">
                <a16:creationId xmlns:a16="http://schemas.microsoft.com/office/drawing/2014/main" xmlns="" id="{5FC6C278-4035-446A-A94B-030E792FDDF5}"/>
              </a:ext>
            </a:extLst>
          </p:cNvPr>
          <p:cNvSpPr txBox="1"/>
          <p:nvPr/>
        </p:nvSpPr>
        <p:spPr>
          <a:xfrm>
            <a:off x="5068039" y="1791727"/>
            <a:ext cx="42541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主なお取引先様</a:t>
            </a:r>
          </a:p>
          <a:p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東莞川電・広州川電</a:t>
            </a:r>
            <a:endParaRPr lang="zh-CN" altLang="zh-CN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■東莞阪和鋼板・</a:t>
            </a:r>
            <a:r>
              <a:rPr lang="zh-CN" altLang="en-US" u="sng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日本広内工</a:t>
            </a:r>
            <a:r>
              <a:rPr lang="zh-CN" altLang="en-US" u="sng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業</a:t>
            </a:r>
            <a:endParaRPr lang="zh-CN" altLang="zh-CN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武漢メダ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王</a:t>
            </a:r>
            <a:endParaRPr lang="en-US" altLang="ja-JP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zh-CN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江西</a:t>
            </a:r>
            <a:r>
              <a:rPr lang="en-US" altLang="zh-CN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Mabuchi</a:t>
            </a:r>
            <a:endParaRPr lang="zh-CN" altLang="en-US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10" name="文本框 9">
            <a:hlinkClick r:id="rId3"/>
            <a:extLst>
              <a:ext uri="{FF2B5EF4-FFF2-40B4-BE49-F238E27FC236}">
                <a16:creationId xmlns:a16="http://schemas.microsoft.com/office/drawing/2014/main" xmlns="" id="{5FC6C278-4035-446A-A94B-030E792FDDF5}"/>
              </a:ext>
            </a:extLst>
          </p:cNvPr>
          <p:cNvSpPr txBox="1"/>
          <p:nvPr/>
        </p:nvSpPr>
        <p:spPr>
          <a:xfrm>
            <a:off x="5068039" y="3581507"/>
            <a:ext cx="6721184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ja-JP" altLang="en-US" b="1" kern="1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製品</a:t>
            </a:r>
            <a:r>
              <a:rPr lang="zh-CN" altLang="en-US" b="1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特</a:t>
            </a:r>
            <a:r>
              <a:rPr lang="zh-CN" altLang="en-US" b="1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長</a:t>
            </a:r>
            <a:endParaRPr lang="en-US" altLang="zh-CN" b="1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algn="just">
              <a:lnSpc>
                <a:spcPct val="150000"/>
              </a:lnSpc>
            </a:pP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■運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転速度が安定しており、使用が安全である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。</a:t>
            </a:r>
            <a:endParaRPr lang="en-US" altLang="ja-JP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algn="just">
              <a:lnSpc>
                <a:spcPct val="150000"/>
              </a:lnSpc>
            </a:pP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安全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ガードレール、安全スイッチ及び運行警告灯を採用し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、作業安全性を保証する。</a:t>
            </a:r>
            <a:endParaRPr lang="en-US" altLang="ja-JP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algn="just">
              <a:lnSpc>
                <a:spcPct val="150000"/>
              </a:lnSpc>
            </a:pP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作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業できるだけ</a:t>
            </a:r>
            <a:r>
              <a:rPr lang="en-US" altLang="ja-JP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NO </a:t>
            </a:r>
            <a:r>
              <a:rPr lang="en-US" altLang="ja-JP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TOUCH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。</a:t>
            </a:r>
            <a:endParaRPr lang="zh-CN" altLang="en-US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09806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 smtClean="0"/>
              <a:t>添加页脚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altLang="zh-CN" smtClean="0"/>
              <a:pPr/>
              <a:t>8</a:t>
            </a:fld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38530" y="306982"/>
            <a:ext cx="8330184" cy="1147968"/>
          </a:xfrm>
        </p:spPr>
        <p:txBody>
          <a:bodyPr>
            <a:normAutofit/>
          </a:bodyPr>
          <a:lstStyle/>
          <a:p>
            <a:r>
              <a:rPr lang="ja-JP" altLang="en-US" sz="3600" dirty="0">
                <a:latin typeface="MS Gothic" panose="020B0609070205080204" pitchFamily="49" charset="-128"/>
                <a:ea typeface="MS Gothic" panose="020B0609070205080204" pitchFamily="49" charset="-128"/>
              </a:rPr>
              <a:t>コイル</a:t>
            </a:r>
            <a:r>
              <a:rPr lang="zh-CN" altLang="en-US" sz="3600" dirty="0" smtClean="0">
                <a:latin typeface="MS Gothic" panose="020B0609070205080204" pitchFamily="49" charset="-128"/>
                <a:ea typeface="MS Gothic" panose="020B0609070205080204" pitchFamily="49" charset="-128"/>
              </a:rPr>
              <a:t>梱包</a:t>
            </a:r>
            <a:r>
              <a:rPr lang="ja-JP" altLang="en-US" sz="3600" dirty="0" smtClean="0">
                <a:latin typeface="MS Gothic" panose="020B0609070205080204" pitchFamily="49" charset="-128"/>
                <a:ea typeface="MS Gothic" panose="020B0609070205080204" pitchFamily="49" charset="-128"/>
              </a:rPr>
              <a:t>ライン</a:t>
            </a:r>
            <a:r>
              <a:rPr lang="zh-CN" altLang="zh-CN" sz="3600" dirty="0">
                <a:latin typeface="MS Gothic" panose="020B0609070205080204" pitchFamily="49" charset="-128"/>
                <a:ea typeface="MS Gothic" panose="020B0609070205080204" pitchFamily="49" charset="-128"/>
              </a:rPr>
              <a:t/>
            </a:r>
            <a:br>
              <a:rPr lang="zh-CN" altLang="zh-CN" sz="3600" dirty="0">
                <a:latin typeface="MS Gothic" panose="020B0609070205080204" pitchFamily="49" charset="-128"/>
                <a:ea typeface="MS Gothic" panose="020B0609070205080204" pitchFamily="49" charset="-128"/>
              </a:rPr>
            </a:br>
            <a:r>
              <a:rPr lang="en-US" altLang="zh-CN" sz="3600" dirty="0">
                <a:latin typeface="MS Gothic" panose="020B0609070205080204" pitchFamily="49" charset="-128"/>
                <a:ea typeface="MS Gothic" panose="020B0609070205080204" pitchFamily="49" charset="-128"/>
              </a:rPr>
              <a:t>COIL PACKING MACHINE LINE </a:t>
            </a:r>
            <a:endParaRPr lang="zh-CN" altLang="en-US" sz="36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pic>
        <p:nvPicPr>
          <p:cNvPr id="4098" name="Picture 2" descr="P102009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19313" y="4380547"/>
            <a:ext cx="2454161" cy="2091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 descr="image0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22164" y="1774631"/>
            <a:ext cx="2454161" cy="2369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 descr="image00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85067" y="1771246"/>
            <a:ext cx="2326313" cy="2369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 descr="image00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371" y="4380545"/>
            <a:ext cx="2359010" cy="2091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本框 10">
            <a:hlinkClick r:id="rId6"/>
            <a:extLst>
              <a:ext uri="{FF2B5EF4-FFF2-40B4-BE49-F238E27FC236}">
                <a16:creationId xmlns:a16="http://schemas.microsoft.com/office/drawing/2014/main" xmlns="" id="{5FC6C278-4035-446A-A94B-030E792FDDF5}"/>
              </a:ext>
            </a:extLst>
          </p:cNvPr>
          <p:cNvSpPr txBox="1"/>
          <p:nvPr/>
        </p:nvSpPr>
        <p:spPr>
          <a:xfrm>
            <a:off x="5381406" y="1695146"/>
            <a:ext cx="42541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主なお取引先様</a:t>
            </a:r>
          </a:p>
          <a:p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zh-CN" altLang="en-US" b="1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上海</a:t>
            </a:r>
            <a:r>
              <a:rPr lang="zh-CN" altLang="en-US" b="1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芸</a:t>
            </a:r>
            <a:r>
              <a:rPr lang="zh-CN" altLang="en-US" b="1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友</a:t>
            </a:r>
            <a:endParaRPr lang="en-US" altLang="zh-CN" b="1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東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莞阪和鋼板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・</a:t>
            </a:r>
            <a:r>
              <a:rPr lang="zh-CN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日本広内工業</a:t>
            </a:r>
            <a:endParaRPr lang="en-US" altLang="ja-JP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endParaRPr lang="en-US" altLang="ja-JP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endParaRPr lang="zh-CN" altLang="en-US" u="sng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12" name="文本框 11">
            <a:hlinkClick r:id="rId6"/>
            <a:extLst>
              <a:ext uri="{FF2B5EF4-FFF2-40B4-BE49-F238E27FC236}">
                <a16:creationId xmlns:a16="http://schemas.microsoft.com/office/drawing/2014/main" xmlns="" id="{5FC6C278-4035-446A-A94B-030E792FDDF5}"/>
              </a:ext>
            </a:extLst>
          </p:cNvPr>
          <p:cNvSpPr txBox="1"/>
          <p:nvPr/>
        </p:nvSpPr>
        <p:spPr>
          <a:xfrm>
            <a:off x="5381406" y="3670151"/>
            <a:ext cx="6721184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ja-JP" altLang="en-US" b="1" kern="1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製品</a:t>
            </a:r>
            <a:r>
              <a:rPr lang="zh-CN" altLang="en-US" b="1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特</a:t>
            </a:r>
            <a:r>
              <a:rPr lang="zh-CN" altLang="en-US" b="1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長</a:t>
            </a:r>
            <a:endParaRPr lang="en-US" altLang="zh-CN" b="1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algn="just">
              <a:lnSpc>
                <a:spcPct val="150000"/>
              </a:lnSpc>
            </a:pP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■作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業</a:t>
            </a:r>
            <a:r>
              <a:rPr lang="en-US" altLang="ja-JP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NO TOUCH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、使用安全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。</a:t>
            </a:r>
            <a:endParaRPr lang="en-US" altLang="ja-JP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algn="just">
              <a:lnSpc>
                <a:spcPct val="150000"/>
              </a:lnSpc>
            </a:pP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安全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ガードレール、安全プラグを採用し、設備操作の安全性を保証する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。</a:t>
            </a:r>
            <a:endParaRPr lang="en-US" altLang="ja-JP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algn="just">
              <a:lnSpc>
                <a:spcPct val="150000"/>
              </a:lnSpc>
            </a:pP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■能力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：</a:t>
            </a:r>
            <a:r>
              <a:rPr lang="en-US" altLang="ja-JP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3 </a:t>
            </a:r>
            <a:r>
              <a:rPr lang="en-US" altLang="ja-JP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TON</a:t>
            </a:r>
            <a:r>
              <a:rPr lang="zh-CN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、</a:t>
            </a:r>
            <a:r>
              <a:rPr lang="en-US" altLang="zh-CN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5TON</a:t>
            </a:r>
            <a:endParaRPr lang="zh-CN" altLang="en-US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79540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 smtClean="0"/>
              <a:t>添加页脚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altLang="zh-CN" smtClean="0"/>
              <a:pPr/>
              <a:t>9</a:t>
            </a:fld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31557" y="382894"/>
            <a:ext cx="8330184" cy="1147968"/>
          </a:xfrm>
        </p:spPr>
        <p:txBody>
          <a:bodyPr>
            <a:normAutofit/>
          </a:bodyPr>
          <a:lstStyle/>
          <a:p>
            <a:r>
              <a:rPr lang="en-US" altLang="zh-CN" sz="3600" b="0" dirty="0">
                <a:latin typeface="MS Gothic" panose="020B0609070205080204" pitchFamily="49" charset="-128"/>
                <a:ea typeface="MS Gothic" panose="020B0609070205080204" pitchFamily="49" charset="-128"/>
              </a:rPr>
              <a:t>C</a:t>
            </a:r>
            <a:r>
              <a:rPr lang="ja-JP" altLang="en-US" sz="3600" b="0" dirty="0">
                <a:latin typeface="MS Gothic" panose="020B0609070205080204" pitchFamily="49" charset="-128"/>
                <a:ea typeface="MS Gothic" panose="020B0609070205080204" pitchFamily="49" charset="-128"/>
              </a:rPr>
              <a:t>フック</a:t>
            </a:r>
            <a:r>
              <a:rPr lang="ja-JP" altLang="en-US" sz="3600" dirty="0"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br>
              <a:rPr lang="ja-JP" altLang="en-US" sz="3600" dirty="0">
                <a:latin typeface="MS Gothic" panose="020B0609070205080204" pitchFamily="49" charset="-128"/>
                <a:ea typeface="MS Gothic" panose="020B0609070205080204" pitchFamily="49" charset="-128"/>
              </a:rPr>
            </a:br>
            <a:r>
              <a:rPr lang="en-US" altLang="zh-CN" sz="3600" dirty="0" smtClean="0">
                <a:latin typeface="MS Gothic" panose="020B0609070205080204" pitchFamily="49" charset="-128"/>
                <a:ea typeface="MS Gothic" panose="020B0609070205080204" pitchFamily="49" charset="-128"/>
              </a:rPr>
              <a:t>COIL </a:t>
            </a:r>
            <a:r>
              <a:rPr lang="zh-CN" altLang="zh-CN" sz="3600" dirty="0">
                <a:latin typeface="MS Gothic" panose="020B0609070205080204" pitchFamily="49" charset="-128"/>
                <a:ea typeface="MS Gothic" panose="020B0609070205080204" pitchFamily="49" charset="-128"/>
              </a:rPr>
              <a:t>“</a:t>
            </a:r>
            <a:r>
              <a:rPr lang="en-US" altLang="zh-CN" sz="3600" dirty="0">
                <a:latin typeface="MS Gothic" panose="020B0609070205080204" pitchFamily="49" charset="-128"/>
                <a:ea typeface="MS Gothic" panose="020B0609070205080204" pitchFamily="49" charset="-128"/>
              </a:rPr>
              <a:t>C</a:t>
            </a:r>
            <a:r>
              <a:rPr lang="zh-CN" altLang="zh-CN" sz="3600" dirty="0">
                <a:latin typeface="MS Gothic" panose="020B0609070205080204" pitchFamily="49" charset="-128"/>
                <a:ea typeface="MS Gothic" panose="020B0609070205080204" pitchFamily="49" charset="-128"/>
              </a:rPr>
              <a:t>”</a:t>
            </a:r>
            <a:r>
              <a:rPr lang="en-US" altLang="zh-CN" sz="3600" dirty="0">
                <a:latin typeface="MS Gothic" panose="020B0609070205080204" pitchFamily="49" charset="-128"/>
                <a:ea typeface="MS Gothic" panose="020B0609070205080204" pitchFamily="49" charset="-128"/>
              </a:rPr>
              <a:t>LIFTING HOOK </a:t>
            </a:r>
            <a:endParaRPr lang="zh-CN" altLang="en-US" sz="36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31" y="1961435"/>
            <a:ext cx="2876190" cy="3790476"/>
          </a:xfrm>
          <a:prstGeom prst="rect">
            <a:avLst/>
          </a:prstGeom>
        </p:spPr>
      </p:pic>
      <p:sp>
        <p:nvSpPr>
          <p:cNvPr id="8" name="文本框 7">
            <a:hlinkClick r:id="rId3"/>
            <a:extLst>
              <a:ext uri="{FF2B5EF4-FFF2-40B4-BE49-F238E27FC236}">
                <a16:creationId xmlns:a16="http://schemas.microsoft.com/office/drawing/2014/main" xmlns="" id="{5FC6C278-4035-446A-A94B-030E792FDDF5}"/>
              </a:ext>
            </a:extLst>
          </p:cNvPr>
          <p:cNvSpPr txBox="1"/>
          <p:nvPr/>
        </p:nvSpPr>
        <p:spPr>
          <a:xfrm>
            <a:off x="4453330" y="1912280"/>
            <a:ext cx="42541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主なお取引先様</a:t>
            </a:r>
          </a:p>
          <a:p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■東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莞川電・広州川電</a:t>
            </a:r>
            <a:endParaRPr lang="zh-CN" altLang="zh-CN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■東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莞住金・</a:t>
            </a:r>
            <a:r>
              <a:rPr lang="zh-CN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上海芸</a:t>
            </a:r>
            <a:r>
              <a:rPr lang="zh-CN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友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・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深日鋼材</a:t>
            </a:r>
            <a:endParaRPr lang="en-US" altLang="ja-JP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東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莞阪和鋼板</a:t>
            </a:r>
            <a:endParaRPr lang="zh-CN" altLang="en-US" u="sng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10" name="文本框 9">
            <a:hlinkClick r:id="rId3"/>
            <a:extLst>
              <a:ext uri="{FF2B5EF4-FFF2-40B4-BE49-F238E27FC236}">
                <a16:creationId xmlns:a16="http://schemas.microsoft.com/office/drawing/2014/main" xmlns="" id="{5FC6C278-4035-446A-A94B-030E792FDDF5}"/>
              </a:ext>
            </a:extLst>
          </p:cNvPr>
          <p:cNvSpPr txBox="1"/>
          <p:nvPr/>
        </p:nvSpPr>
        <p:spPr>
          <a:xfrm>
            <a:off x="4635392" y="3494027"/>
            <a:ext cx="63295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ja-JP" altLang="en-US" b="1" kern="1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製品</a:t>
            </a:r>
            <a:r>
              <a:rPr lang="zh-CN" altLang="en-US" b="1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特</a:t>
            </a:r>
            <a:r>
              <a:rPr lang="zh-CN" altLang="en-US" b="1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長</a:t>
            </a:r>
            <a:endParaRPr lang="en-US" altLang="zh-CN" b="1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algn="just">
              <a:lnSpc>
                <a:spcPct val="150000"/>
              </a:lnSpc>
            </a:pP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■高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抗張力鋼を使用、軽量化した本体質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量</a:t>
            </a:r>
            <a:r>
              <a:rPr lang="zh-CN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。</a:t>
            </a:r>
            <a:endParaRPr lang="ja-JP" altLang="en-US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algn="just">
              <a:lnSpc>
                <a:spcPct val="150000"/>
              </a:lnSpc>
            </a:pP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バランスウエイトの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使用により、フック本体をコンパクトに設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計</a:t>
            </a:r>
            <a:r>
              <a:rPr lang="zh-CN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。</a:t>
            </a:r>
            <a:endParaRPr lang="ja-JP" altLang="en-US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algn="just">
              <a:lnSpc>
                <a:spcPct val="150000"/>
              </a:lnSpc>
            </a:pP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アルミ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合金製当て金（オプション）を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使用する</a:t>
            </a:r>
            <a:r>
              <a:rPr lang="zh-CN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。</a:t>
            </a:r>
            <a:endParaRPr lang="ja-JP" altLang="en-US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algn="just">
              <a:lnSpc>
                <a:spcPct val="150000"/>
              </a:lnSpc>
            </a:pP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■コイルのコア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部の傷を抑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える</a:t>
            </a:r>
            <a:r>
              <a:rPr lang="zh-CN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。</a:t>
            </a:r>
            <a:endParaRPr lang="en-US" altLang="ja-JP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algn="just">
              <a:lnSpc>
                <a:spcPct val="150000"/>
              </a:lnSpc>
            </a:pP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■能力：</a:t>
            </a:r>
            <a:r>
              <a:rPr lang="en-US" altLang="zh-CN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10TON</a:t>
            </a:r>
            <a:r>
              <a:rPr lang="zh-CN" altLang="zh-CN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20TON</a:t>
            </a:r>
            <a:r>
              <a:rPr lang="zh-CN" altLang="zh-CN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30TON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。</a:t>
            </a:r>
            <a:endParaRPr lang="zh-CN" altLang="zh-CN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algn="just">
              <a:lnSpc>
                <a:spcPct val="150000"/>
              </a:lnSpc>
            </a:pPr>
            <a:endParaRPr lang="zh-CN" altLang="en-US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50763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 smtClean="0"/>
              <a:t>添加页脚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altLang="zh-CN" smtClean="0"/>
              <a:pPr/>
              <a:t>10</a:t>
            </a:fld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18678" y="357136"/>
            <a:ext cx="8330184" cy="1147968"/>
          </a:xfrm>
        </p:spPr>
        <p:txBody>
          <a:bodyPr>
            <a:normAutofit/>
          </a:bodyPr>
          <a:lstStyle/>
          <a:p>
            <a:r>
              <a:rPr lang="ja-JP" altLang="en-US" sz="3600" dirty="0" smtClean="0">
                <a:latin typeface="MS Gothic" panose="020B0609070205080204" pitchFamily="49" charset="-128"/>
                <a:ea typeface="MS Gothic" panose="020B0609070205080204" pitchFamily="49" charset="-128"/>
              </a:rPr>
              <a:t>無線操作式コイルリフタ</a:t>
            </a:r>
            <a:r>
              <a:rPr lang="ja-JP" altLang="en-US" sz="3600" dirty="0">
                <a:latin typeface="MS Gothic" panose="020B0609070205080204" pitchFamily="49" charset="-128"/>
                <a:ea typeface="MS Gothic" panose="020B0609070205080204" pitchFamily="49" charset="-128"/>
              </a:rPr>
              <a:t>ー</a:t>
            </a:r>
            <a:br>
              <a:rPr lang="ja-JP" altLang="en-US" sz="3600" dirty="0">
                <a:latin typeface="MS Gothic" panose="020B0609070205080204" pitchFamily="49" charset="-128"/>
                <a:ea typeface="MS Gothic" panose="020B0609070205080204" pitchFamily="49" charset="-128"/>
              </a:rPr>
            </a:br>
            <a:r>
              <a:rPr lang="en-US" altLang="zh-CN" sz="3600" dirty="0" smtClean="0">
                <a:latin typeface="MS Gothic" panose="020B0609070205080204" pitchFamily="49" charset="-128"/>
                <a:ea typeface="MS Gothic" panose="020B0609070205080204" pitchFamily="49" charset="-128"/>
              </a:rPr>
              <a:t>MECHANICAL </a:t>
            </a:r>
            <a:r>
              <a:rPr lang="en-US" altLang="zh-CN" sz="3600" dirty="0">
                <a:latin typeface="MS Gothic" panose="020B0609070205080204" pitchFamily="49" charset="-128"/>
                <a:ea typeface="MS Gothic" panose="020B0609070205080204" pitchFamily="49" charset="-128"/>
              </a:rPr>
              <a:t>COIL TONG </a:t>
            </a:r>
            <a:endParaRPr lang="zh-CN" altLang="en-US" sz="36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9" name="文本框 8">
            <a:hlinkClick r:id="rId2"/>
            <a:extLst>
              <a:ext uri="{FF2B5EF4-FFF2-40B4-BE49-F238E27FC236}">
                <a16:creationId xmlns:a16="http://schemas.microsoft.com/office/drawing/2014/main" xmlns="" id="{5FC6C278-4035-446A-A94B-030E792FDDF5}"/>
              </a:ext>
            </a:extLst>
          </p:cNvPr>
          <p:cNvSpPr txBox="1"/>
          <p:nvPr/>
        </p:nvSpPr>
        <p:spPr>
          <a:xfrm>
            <a:off x="4752813" y="4034940"/>
            <a:ext cx="50676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ja-JP" altLang="en-US" sz="2000" b="1" kern="1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製</a:t>
            </a:r>
            <a:r>
              <a:rPr lang="ja-JP" altLang="en-US" sz="2000" b="1" kern="1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品</a:t>
            </a:r>
            <a:r>
              <a:rPr lang="zh-CN" altLang="en-US" sz="2000" b="1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特</a:t>
            </a:r>
            <a:r>
              <a:rPr lang="zh-CN" altLang="en-US" sz="2000" b="1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長</a:t>
            </a:r>
            <a:r>
              <a:rPr lang="en-US" altLang="zh-CN" sz="2000" b="1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                                                  </a:t>
            </a:r>
            <a:endParaRPr lang="zh-CN" altLang="zh-CN" sz="2000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lvl="0"/>
            <a:r>
              <a:rPr lang="ja-JP" altLang="en-US" sz="20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ja-JP" altLang="en-US" sz="20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進</a:t>
            </a:r>
            <a:r>
              <a:rPr lang="ja-JP" altLang="en-US" sz="20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化したリンク式アームでさらに軽量・さらに経済</a:t>
            </a:r>
            <a:r>
              <a:rPr lang="ja-JP" altLang="en-US" sz="20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的。</a:t>
            </a:r>
            <a:r>
              <a:rPr lang="ja-JP" altLang="en-US" sz="20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/>
            </a:r>
            <a:br>
              <a:rPr lang="ja-JP" altLang="en-US" sz="20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</a:br>
            <a:r>
              <a:rPr lang="ja-JP" altLang="en-US" sz="20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ja-JP" altLang="en-US" sz="20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旋回</a:t>
            </a:r>
            <a:r>
              <a:rPr lang="ja-JP" altLang="en-US" sz="20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装置付きで作業性抜</a:t>
            </a:r>
            <a:r>
              <a:rPr lang="ja-JP" altLang="en-US" sz="20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群。</a:t>
            </a:r>
            <a:endParaRPr lang="en-US" altLang="ja-JP" sz="2000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lvl="0"/>
            <a:r>
              <a:rPr lang="ja-JP" altLang="en-US" sz="20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■各</a:t>
            </a:r>
            <a:r>
              <a:rPr lang="ja-JP" altLang="en-US" sz="20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種のセンサーで安全対策も</a:t>
            </a:r>
            <a:r>
              <a:rPr lang="ja-JP" altLang="en-US" sz="20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万全。</a:t>
            </a:r>
            <a:endParaRPr lang="en-US" altLang="ja-JP" sz="2000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lvl="0"/>
            <a:r>
              <a:rPr lang="ja-JP" altLang="en-US" sz="20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ja-JP" altLang="en-US" sz="20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能力</a:t>
            </a:r>
            <a:r>
              <a:rPr lang="ja-JP" altLang="en-US" sz="20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：</a:t>
            </a:r>
            <a:r>
              <a:rPr lang="en-US" altLang="zh-CN" sz="20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10TON</a:t>
            </a:r>
            <a:r>
              <a:rPr lang="zh-CN" altLang="zh-CN" sz="20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、</a:t>
            </a:r>
            <a:r>
              <a:rPr lang="en-US" altLang="zh-CN" sz="20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20TON</a:t>
            </a:r>
            <a:r>
              <a:rPr lang="zh-CN" altLang="zh-CN" sz="20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、</a:t>
            </a:r>
            <a:r>
              <a:rPr lang="en-US" altLang="zh-CN" sz="20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30TON</a:t>
            </a:r>
            <a:r>
              <a:rPr lang="ja-JP" altLang="en-US" sz="20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。</a:t>
            </a:r>
            <a:endParaRPr lang="zh-CN" altLang="zh-CN" sz="2000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43" y="1987673"/>
            <a:ext cx="3152813" cy="4313354"/>
          </a:xfrm>
          <a:prstGeom prst="rect">
            <a:avLst/>
          </a:prstGeom>
        </p:spPr>
      </p:pic>
      <p:sp>
        <p:nvSpPr>
          <p:cNvPr id="8" name="文本框 7">
            <a:hlinkClick r:id="rId2"/>
            <a:extLst>
              <a:ext uri="{FF2B5EF4-FFF2-40B4-BE49-F238E27FC236}">
                <a16:creationId xmlns:a16="http://schemas.microsoft.com/office/drawing/2014/main" xmlns="" id="{5FC6C278-4035-446A-A94B-030E792FDDF5}"/>
              </a:ext>
            </a:extLst>
          </p:cNvPr>
          <p:cNvSpPr txBox="1"/>
          <p:nvPr/>
        </p:nvSpPr>
        <p:spPr>
          <a:xfrm>
            <a:off x="4688418" y="1987673"/>
            <a:ext cx="56407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主なお取引先様</a:t>
            </a:r>
          </a:p>
          <a:p>
            <a:r>
              <a:rPr lang="ja-JP" altLang="en-US" sz="20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ja-JP" altLang="en-US" sz="20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東莞川電・広州川</a:t>
            </a:r>
            <a:r>
              <a:rPr lang="ja-JP" altLang="en-US" sz="20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電</a:t>
            </a:r>
            <a:endParaRPr lang="zh-CN" altLang="zh-CN" sz="2000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sz="20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■東</a:t>
            </a:r>
            <a:r>
              <a:rPr lang="ja-JP" altLang="en-US" sz="20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莞</a:t>
            </a:r>
            <a:r>
              <a:rPr lang="ja-JP" altLang="en-US" sz="20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住金</a:t>
            </a:r>
            <a:r>
              <a:rPr lang="ja-JP" altLang="en-US" sz="20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・</a:t>
            </a:r>
            <a:r>
              <a:rPr lang="zh-CN" altLang="en-US" sz="20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上海芸友</a:t>
            </a:r>
            <a:endParaRPr lang="en-US" altLang="ja-JP" sz="2000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sz="20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zh-CN" altLang="en-US" sz="20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江西</a:t>
            </a:r>
            <a:r>
              <a:rPr lang="en-US" altLang="zh-CN" sz="20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Mabuchi</a:t>
            </a:r>
            <a:endParaRPr lang="zh-CN" altLang="en-US" sz="2000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96218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 smtClean="0"/>
              <a:t>添加页脚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altLang="zh-CN" smtClean="0"/>
              <a:pPr/>
              <a:t>11</a:t>
            </a:fld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89890" y="349205"/>
            <a:ext cx="8330184" cy="1147968"/>
          </a:xfrm>
        </p:spPr>
        <p:txBody>
          <a:bodyPr>
            <a:normAutofit/>
          </a:bodyPr>
          <a:lstStyle/>
          <a:p>
            <a:r>
              <a:rPr lang="ja-JP" altLang="en-US" sz="3600" dirty="0">
                <a:latin typeface="MS Gothic" panose="020B0609070205080204" pitchFamily="49" charset="-128"/>
                <a:ea typeface="MS Gothic" panose="020B0609070205080204" pitchFamily="49" charset="-128"/>
              </a:rPr>
              <a:t>レベラーロー</a:t>
            </a:r>
            <a:r>
              <a:rPr lang="ja-JP" altLang="en-US" sz="3600" dirty="0" smtClean="0">
                <a:latin typeface="MS Gothic" panose="020B0609070205080204" pitchFamily="49" charset="-128"/>
                <a:ea typeface="MS Gothic" panose="020B0609070205080204" pitchFamily="49" charset="-128"/>
              </a:rPr>
              <a:t>ル</a:t>
            </a:r>
            <a:r>
              <a:rPr lang="zh-CN" altLang="zh-CN" sz="3600" dirty="0">
                <a:latin typeface="MS Gothic" panose="020B0609070205080204" pitchFamily="49" charset="-128"/>
                <a:ea typeface="MS Gothic" panose="020B0609070205080204" pitchFamily="49" charset="-128"/>
              </a:rPr>
              <a:t/>
            </a:r>
            <a:br>
              <a:rPr lang="zh-CN" altLang="zh-CN" sz="3600" dirty="0">
                <a:latin typeface="MS Gothic" panose="020B0609070205080204" pitchFamily="49" charset="-128"/>
                <a:ea typeface="MS Gothic" panose="020B0609070205080204" pitchFamily="49" charset="-128"/>
              </a:rPr>
            </a:br>
            <a:r>
              <a:rPr lang="en-US" altLang="zh-CN" sz="3600" dirty="0">
                <a:latin typeface="MS Gothic" panose="020B0609070205080204" pitchFamily="49" charset="-128"/>
                <a:ea typeface="MS Gothic" panose="020B0609070205080204" pitchFamily="49" charset="-128"/>
              </a:rPr>
              <a:t> LEVELLING ROLL </a:t>
            </a:r>
            <a:endParaRPr lang="zh-CN" altLang="en-US" sz="36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pic>
        <p:nvPicPr>
          <p:cNvPr id="5122" name="Picture 2" descr="微信图片_202306171657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213292" y="1437662"/>
            <a:ext cx="2760687" cy="4278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>
            <a:hlinkClick r:id="rId3"/>
            <a:extLst>
              <a:ext uri="{FF2B5EF4-FFF2-40B4-BE49-F238E27FC236}">
                <a16:creationId xmlns:a16="http://schemas.microsoft.com/office/drawing/2014/main" xmlns="" id="{5FC6C278-4035-446A-A94B-030E792FDDF5}"/>
              </a:ext>
            </a:extLst>
          </p:cNvPr>
          <p:cNvSpPr txBox="1"/>
          <p:nvPr/>
        </p:nvSpPr>
        <p:spPr>
          <a:xfrm>
            <a:off x="5249815" y="2196670"/>
            <a:ext cx="42541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主なお取引先様</a:t>
            </a:r>
          </a:p>
          <a:p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東莞川電・広州川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電・江蘇川電</a:t>
            </a:r>
            <a:endParaRPr lang="zh-CN" altLang="zh-CN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■東莞阪和鋼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板</a:t>
            </a:r>
            <a:endParaRPr lang="en-US" altLang="ja-JP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深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日鋼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材</a:t>
            </a:r>
            <a:endParaRPr lang="zh-CN" altLang="zh-CN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10" name="文本框 9">
            <a:hlinkClick r:id="rId3"/>
            <a:extLst>
              <a:ext uri="{FF2B5EF4-FFF2-40B4-BE49-F238E27FC236}">
                <a16:creationId xmlns:a16="http://schemas.microsoft.com/office/drawing/2014/main" xmlns="" id="{5FC6C278-4035-446A-A94B-030E792FDDF5}"/>
              </a:ext>
            </a:extLst>
          </p:cNvPr>
          <p:cNvSpPr txBox="1"/>
          <p:nvPr/>
        </p:nvSpPr>
        <p:spPr>
          <a:xfrm>
            <a:off x="5249815" y="4026940"/>
            <a:ext cx="641537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ja-JP" altLang="en-US" b="1" kern="100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製品紹介</a:t>
            </a:r>
            <a:endParaRPr lang="en-US" altLang="ja-JP" b="1" kern="100" dirty="0" smtClean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■ </a:t>
            </a:r>
            <a:r>
              <a:rPr lang="en-US" altLang="ja-JP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WC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溶射技術、表面硬度と耐摩耗性が</a:t>
            </a:r>
            <a:r>
              <a:rPr lang="ja-JP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向上</a:t>
            </a:r>
            <a:r>
              <a:rPr lang="zh-CN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、</a:t>
            </a:r>
            <a:r>
              <a:rPr lang="ja-JP" altLang="en-US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使用寿命が長い</a:t>
            </a:r>
            <a:r>
              <a:rPr lang="zh-CN" altLang="en-US" dirty="0" smtClean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。</a:t>
            </a:r>
            <a:endParaRPr lang="zh-CN" altLang="zh-CN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03881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占位符 16">
            <a:extLst>
              <a:ext uri="{FF2B5EF4-FFF2-40B4-BE49-F238E27FC236}">
                <a16:creationId xmlns:a16="http://schemas.microsoft.com/office/drawing/2014/main" xmlns="" id="{BA026684-ED32-4C82-8EFB-03E9E047EA3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0743" r="20743"/>
          <a:stretch>
            <a:fillRect/>
          </a:stretch>
        </p:blipFill>
        <p:spPr/>
      </p:pic>
      <p:sp>
        <p:nvSpPr>
          <p:cNvPr id="8" name="标题 7">
            <a:extLst>
              <a:ext uri="{FF2B5EF4-FFF2-40B4-BE49-F238E27FC236}">
                <a16:creationId xmlns:a16="http://schemas.microsoft.com/office/drawing/2014/main" xmlns="" id="{8B6C5EAB-81FF-4827-A160-22F4363C61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谢谢。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xmlns="" id="{B6611344-9447-438E-873C-299AF4110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zh-CN" altLang="en-US" dirty="0" smtClean="0"/>
              <a:t>伏</a:t>
            </a:r>
            <a:r>
              <a:rPr lang="zh-CN" altLang="en-US" dirty="0"/>
              <a:t>强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5" name="文本占位符 14">
            <a:extLst>
              <a:ext uri="{FF2B5EF4-FFF2-40B4-BE49-F238E27FC236}">
                <a16:creationId xmlns:a16="http://schemas.microsoft.com/office/drawing/2014/main" xmlns="" id="{7A3FB895-3D21-4707-8EDE-3F825906DE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13923462058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3" name="文本占位符 22">
            <a:extLst>
              <a:ext uri="{FF2B5EF4-FFF2-40B4-BE49-F238E27FC236}">
                <a16:creationId xmlns:a16="http://schemas.microsoft.com/office/drawing/2014/main" xmlns="" id="{A0B41C33-430D-4B31-A546-F8564691947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22928" y="4216669"/>
            <a:ext cx="4108308" cy="289070"/>
          </a:xfrm>
        </p:spPr>
        <p:txBody>
          <a:bodyPr rtlCol="0"/>
          <a:lstStyle/>
          <a:p>
            <a:r>
              <a:rPr lang="en-US" altLang="zh-CN" dirty="0"/>
              <a:t>polish@szpolish.cn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2" name="Picture 2" descr="p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57538" y="3106736"/>
            <a:ext cx="1457325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占位符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26095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Custom 13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_30740259_TF89027928" id="{7E9D7A7D-69BC-4508-9D02-7014276D6BA6}" vid="{AF4EA83F-D6CE-475A-808B-6FFB5F3AB96F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深色六边形演示文稿</Template>
  <TotalTime>0</TotalTime>
  <Words>830</Words>
  <Application>Microsoft Office PowerPoint</Application>
  <PresentationFormat>自定义</PresentationFormat>
  <Paragraphs>121</Paragraphs>
  <Slides>12</Slides>
  <Notes>5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3" baseType="lpstr">
      <vt:lpstr>Office 主题</vt:lpstr>
      <vt:lpstr>カタログ</vt:lpstr>
      <vt:lpstr>私たちについて</vt:lpstr>
      <vt:lpstr>私たちについて</vt:lpstr>
      <vt:lpstr>スリッターナイフ CUTTER TOR SLITTING MACHINE</vt:lpstr>
      <vt:lpstr>  コイル転倒機 MECHANICAL COIL TURN TABLE </vt:lpstr>
      <vt:lpstr>移動台車 MECHANICAL COIL CAR</vt:lpstr>
      <vt:lpstr>コイル梱包機 COIL PACKING MACHINE </vt:lpstr>
      <vt:lpstr>コイル梱包ライン COIL PACKING MACHINE LINE </vt:lpstr>
      <vt:lpstr>Cフック  COIL “C”LIFTING HOOK </vt:lpstr>
      <vt:lpstr>無線操作式コイルリフター MECHANICAL COIL TONG </vt:lpstr>
      <vt:lpstr>レベラーロール  LEVELLING ROLL </vt:lpstr>
      <vt:lpstr>谢谢。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2023-06-18T03:02:04Z</dcterms:created>
  <dcterms:modified xsi:type="dcterms:W3CDTF">2025-09-24T09:50:46Z</dcterms:modified>
</cp:coreProperties>
</file>